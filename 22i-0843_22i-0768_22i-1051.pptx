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70" r:id="rId5"/>
    <p:sldId id="271" r:id="rId6"/>
    <p:sldId id="289" r:id="rId7"/>
    <p:sldId id="280" r:id="rId8"/>
    <p:sldId id="290" r:id="rId9"/>
    <p:sldId id="278" r:id="rId10"/>
    <p:sldId id="309" r:id="rId11"/>
    <p:sldId id="311" r:id="rId12"/>
    <p:sldId id="312" r:id="rId13"/>
    <p:sldId id="313" r:id="rId14"/>
    <p:sldId id="310" r:id="rId15"/>
    <p:sldId id="314" r:id="rId16"/>
    <p:sldId id="315" r:id="rId17"/>
    <p:sldId id="287" r:id="rId18"/>
    <p:sldId id="282" r:id="rId19"/>
    <p:sldId id="302" r:id="rId20"/>
    <p:sldId id="291" r:id="rId21"/>
    <p:sldId id="292" r:id="rId22"/>
    <p:sldId id="303" r:id="rId23"/>
    <p:sldId id="304" r:id="rId24"/>
    <p:sldId id="305" r:id="rId25"/>
    <p:sldId id="306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7" r:id="rId36"/>
    <p:sldId id="308" r:id="rId37"/>
    <p:sldId id="269" r:id="rId38"/>
  </p:sldIdLst>
  <p:sldSz cx="12192000" cy="6858000"/>
  <p:notesSz cx="6858000" cy="9144000"/>
  <p:custDataLst>
    <p:tags r:id="rId4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6F7"/>
    <a:srgbClr val="F7F7F7"/>
    <a:srgbClr val="007DDA"/>
    <a:srgbClr val="00B4F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96CD7A-0BA8-43E5-188F-7FBE2F7BDB02}" v="130" dt="2025-05-05T17:58:48.960"/>
    <p1510:client id="{981F0B3E-39BE-83FA-E3D5-3566863CB23A}" v="212" dt="2025-05-05T18:32:27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5/5/2025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766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677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>
            <a:extLst>
              <a:ext uri="{FF2B5EF4-FFF2-40B4-BE49-F238E27FC236}">
                <a16:creationId xmlns:a16="http://schemas.microsoft.com/office/drawing/2014/main" id="{DEDFF660-44B9-7885-5DCC-4C9555F83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0" y="3949841"/>
            <a:ext cx="2069156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548642"/>
            <a:ext cx="7342974" cy="3635797"/>
          </a:xfrm>
        </p:spPr>
        <p:txBody>
          <a:bodyPr lIns="0" tIns="0" rIns="0" bIns="0"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2248" y="4473553"/>
            <a:ext cx="6534481" cy="1545336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7BA9381-262A-B17F-46F5-9F3C97BC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248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ABCDF71-65BF-6C49-105D-D348EF41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F2AA5-D3F6-DAFA-E665-DEFCE26A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reeform: Shape 3">
            <a:extLst>
              <a:ext uri="{FF2B5EF4-FFF2-40B4-BE49-F238E27FC236}">
                <a16:creationId xmlns:a16="http://schemas.microsoft.com/office/drawing/2014/main" id="{FA1FE77D-9B4D-B4FC-88E1-9ED84E982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54C3941-2FC1-3C96-F1CD-DAD18E8BF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6" y="188068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926EEB0A-F27C-6546-05A8-C0556777D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153560" y="4795948"/>
            <a:ext cx="1969280" cy="2069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80570A-A447-B5FC-F358-DE1603621B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248" y="6054512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529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>
            <a:extLst>
              <a:ext uri="{FF2B5EF4-FFF2-40B4-BE49-F238E27FC236}">
                <a16:creationId xmlns:a16="http://schemas.microsoft.com/office/drawing/2014/main" id="{EBD2A05F-7D97-AC92-8751-B2038D22C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0" y="3949841"/>
            <a:ext cx="2069156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854239"/>
            <a:ext cx="7833895" cy="3592629"/>
          </a:xfrm>
        </p:spPr>
        <p:txBody>
          <a:bodyPr lIns="0" tIns="0" rIns="0"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17138"/>
            <a:ext cx="7376609" cy="1014984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3A9F20F-0C3A-1397-9D15-E8FAB1915A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1D99E05-D2CE-BA6C-1B55-023B8157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17487FF-71BE-78AA-BA49-FBF87B6E3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D4F49636-34EE-9DB1-7F2D-70300BC4B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6" y="188068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3">
            <a:extLst>
              <a:ext uri="{FF2B5EF4-FFF2-40B4-BE49-F238E27FC236}">
                <a16:creationId xmlns:a16="http://schemas.microsoft.com/office/drawing/2014/main" id="{5EC4A581-A833-A254-3039-BDBCA788B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9FFED0BB-EF13-651B-6B3F-61EAF5473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153560" y="4795948"/>
            <a:ext cx="1969280" cy="2069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4CA4762-63F5-8110-8D25-0FE369BADE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225" y="5684986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67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13">
            <a:extLst>
              <a:ext uri="{FF2B5EF4-FFF2-40B4-BE49-F238E27FC236}">
                <a16:creationId xmlns:a16="http://schemas.microsoft.com/office/drawing/2014/main" id="{9A6F5649-82E9-4EB0-F4A3-CEB7F5198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6" y="478884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13732C8E-A89F-3C9F-4630-F690E7E98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631" y="3949841"/>
            <a:ext cx="1805555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9924" y="1318302"/>
            <a:ext cx="8592152" cy="2621154"/>
          </a:xfrm>
        </p:spPr>
        <p:txBody>
          <a:bodyPr lIns="0" tIns="0" rIns="0" bIns="0"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01923" y="4039647"/>
            <a:ext cx="7588155" cy="1414091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9A64E4D-5F8D-89DE-6750-9DB3E892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1AF7A5D5-9D2E-55B0-B6EC-4B52019A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0C486168-ACCE-2B30-5AA9-299E5A43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7" name="Freeform: Shape 3">
            <a:extLst>
              <a:ext uri="{FF2B5EF4-FFF2-40B4-BE49-F238E27FC236}">
                <a16:creationId xmlns:a16="http://schemas.microsoft.com/office/drawing/2014/main" id="{E4CDDEFC-E3FC-1135-8E92-3A076889E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CB53BEE4-B0F1-21AC-C432-CD02ED977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9924" y="5630779"/>
            <a:ext cx="1969280" cy="1234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F6DD921-0CB1-DD3B-05FF-590B8632B8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63082" y="5504202"/>
            <a:ext cx="2465836" cy="314757"/>
          </a:xfrm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357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8E620CC0-DC30-91C7-8486-4145213E0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5615" y="3538558"/>
            <a:ext cx="11418925" cy="151499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7" name="Subtitle 8">
            <a:extLst>
              <a:ext uri="{FF2B5EF4-FFF2-40B4-BE49-F238E27FC236}">
                <a16:creationId xmlns:a16="http://schemas.microsoft.com/office/drawing/2014/main" id="{DD16B2CF-CBE4-0CAA-4D1A-87BA8323347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265616" y="5136147"/>
            <a:ext cx="11418926" cy="99319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CN"/>
              <a:t>Click to edit Master subtitle style</a:t>
            </a:r>
          </a:p>
        </p:txBody>
      </p:sp>
      <p:sp>
        <p:nvSpPr>
          <p:cNvPr id="9" name="Picture Placeholder 20" descr="A hand holding a pen is writing on an open blank notebook.">
            <a:extLst>
              <a:ext uri="{FF2B5EF4-FFF2-40B4-BE49-F238E27FC236}">
                <a16:creationId xmlns:a16="http://schemas.microsoft.com/office/drawing/2014/main" id="{DEC0C38B-6B43-AD26-4095-760B8B70DC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-1" y="1912129"/>
            <a:ext cx="1925575" cy="1530062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Picture Placeholder 24" descr="A modern, multi-story glass office building with a clear blue sky in the background.">
            <a:extLst>
              <a:ext uri="{FF2B5EF4-FFF2-40B4-BE49-F238E27FC236}">
                <a16:creationId xmlns:a16="http://schemas.microsoft.com/office/drawing/2014/main" id="{1BB82094-7EB6-EC6F-84DC-9D44135FA4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944486" y="-4"/>
            <a:ext cx="2247514" cy="1925578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D6268BB-B547-A20C-3B9E-187F14FE0C14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9EC6F98-8B99-D984-46BE-AB3745B39CF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C6EC5DF-3303-F1EE-3D99-530E70BC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3">
            <a:extLst>
              <a:ext uri="{FF2B5EF4-FFF2-40B4-BE49-F238E27FC236}">
                <a16:creationId xmlns:a16="http://schemas.microsoft.com/office/drawing/2014/main" id="{AAFE7D64-F404-CB16-B1A6-2632D9817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716025" y="1925895"/>
            <a:ext cx="1496841" cy="1543709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00AEDDFB-A768-7BB7-5203-76DF807E1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925576" cy="19255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B22C943-07E1-D41A-22B9-A7C40FF5C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5574" y="0"/>
            <a:ext cx="2041601" cy="189392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3AD1606-3704-1AD8-6FD1-CC0ED9964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1053" y="3127434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828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3">
            <a:extLst>
              <a:ext uri="{FF2B5EF4-FFF2-40B4-BE49-F238E27FC236}">
                <a16:creationId xmlns:a16="http://schemas.microsoft.com/office/drawing/2014/main" id="{35B62877-1ECE-C895-2628-D70241474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2" y="4575872"/>
            <a:ext cx="2281484" cy="2282128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2BE707F-C731-EA4B-19D9-D329BD4A154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601743" y="1379047"/>
            <a:ext cx="8913982" cy="2508792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1" name="Subtitle 8">
            <a:extLst>
              <a:ext uri="{FF2B5EF4-FFF2-40B4-BE49-F238E27FC236}">
                <a16:creationId xmlns:a16="http://schemas.microsoft.com/office/drawing/2014/main" id="{630C0ABC-2179-00DC-A363-2C8C3064946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601743" y="4136267"/>
            <a:ext cx="8913982" cy="43960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CN"/>
              <a:t>Click to edit Master subtitle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1D21C21-739A-A82A-8977-42F691559C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01743" y="5635721"/>
            <a:ext cx="2005584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E7DFF57B-01B8-7AE5-59D6-1EA01068C2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281486"/>
            <a:ext cx="2281484" cy="2294867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24">
            <a:extLst>
              <a:ext uri="{FF2B5EF4-FFF2-40B4-BE49-F238E27FC236}">
                <a16:creationId xmlns:a16="http://schemas.microsoft.com/office/drawing/2014/main" id="{60987CD7-1E61-07D2-B179-5524B68E1E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9528326" y="4575873"/>
            <a:ext cx="2663674" cy="228212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E3EDE68-DC03-72CA-8812-032BBE8CDA37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2B5A2C-FD03-F122-C8E4-B6CB4EC4861B}"/>
              </a:ext>
            </a:extLst>
          </p:cNvPr>
          <p:cNvSpPr>
            <a:spLocks noGrp="1"/>
          </p:cNvSpPr>
          <p:nvPr userDrawn="1">
            <p:ph type="ftr" sz="quarter" idx="19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46414389-5BC5-00A3-92BE-5E87E7C9E3BF}"/>
              </a:ext>
            </a:extLst>
          </p:cNvPr>
          <p:cNvSpPr>
            <a:spLocks noGrp="1"/>
          </p:cNvSpPr>
          <p:nvPr userDrawn="1">
            <p:ph type="dt" sz="half" idx="2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B492ADB2-587E-B1A9-AEBC-1F6E07F2E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3">
            <a:extLst>
              <a:ext uri="{FF2B5EF4-FFF2-40B4-BE49-F238E27FC236}">
                <a16:creationId xmlns:a16="http://schemas.microsoft.com/office/drawing/2014/main" id="{92E441E4-4327-1C3A-4D55-41FD3ECB9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81484" y="0"/>
            <a:ext cx="2281484" cy="2294867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70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3">
            <a:extLst>
              <a:ext uri="{FF2B5EF4-FFF2-40B4-BE49-F238E27FC236}">
                <a16:creationId xmlns:a16="http://schemas.microsoft.com/office/drawing/2014/main" id="{57C928DF-3B7B-6F49-CF7D-FDEF5C3A9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10516" y="4588452"/>
            <a:ext cx="2281484" cy="2269548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86E48CD5-347B-4324-FD33-02D324DDB57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67305" y="1379047"/>
            <a:ext cx="8913982" cy="2508792"/>
          </a:xfrm>
        </p:spPr>
        <p:txBody>
          <a:bodyPr lIns="0" tIns="0" rIns="0" bIns="0">
            <a:noAutofit/>
          </a:bodyPr>
          <a:lstStyle>
            <a:lvl1pPr algn="r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4" name="Subtitle 8">
            <a:extLst>
              <a:ext uri="{FF2B5EF4-FFF2-40B4-BE49-F238E27FC236}">
                <a16:creationId xmlns:a16="http://schemas.microsoft.com/office/drawing/2014/main" id="{5153DC17-0242-8E4C-6962-ED318C76B7A4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67305" y="4136267"/>
            <a:ext cx="8913982" cy="439606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CN"/>
              <a:t>Click to edit Master subtitle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DED0A95-69FB-B981-619F-C8F0BD1FF7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75703" y="5712286"/>
            <a:ext cx="2005584" cy="314757"/>
          </a:xfrm>
        </p:spPr>
        <p:txBody>
          <a:bodyPr>
            <a:normAutofit/>
          </a:bodyPr>
          <a:lstStyle>
            <a:lvl1pPr algn="r"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  <p:sp>
        <p:nvSpPr>
          <p:cNvPr id="15" name="Picture Placeholder 24" descr="A modern, multi-story glass office building with a clear blue sky in the background.">
            <a:extLst>
              <a:ext uri="{FF2B5EF4-FFF2-40B4-BE49-F238E27FC236}">
                <a16:creationId xmlns:a16="http://schemas.microsoft.com/office/drawing/2014/main" id="{CEF89FC2-74BC-6AFF-62E2-5E5247C945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4575873"/>
            <a:ext cx="2663674" cy="228212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0" name="Picture Placeholder 20" descr="A hand holding a pen is writing on an open blank notebook.">
            <a:extLst>
              <a:ext uri="{FF2B5EF4-FFF2-40B4-BE49-F238E27FC236}">
                <a16:creationId xmlns:a16="http://schemas.microsoft.com/office/drawing/2014/main" id="{DF4643A0-B24C-4527-7AF0-464401E07B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10516" y="2294226"/>
            <a:ext cx="2281484" cy="2282127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B675A4-D9B6-583C-33B5-791287E060B8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C062E25-7E66-344C-A3E5-A5CE410A745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0A8CDE8-23F5-5E35-E043-E2792B37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13F359CB-6E7F-AB72-12C6-FE1FA423F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910514" y="0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F10E236-0BF6-76AD-46AB-3DCC71CA3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27425" y="640"/>
            <a:ext cx="2281484" cy="2281487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082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05CB43-6584-B990-A6AF-D56EDAC94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6513"/>
            <a:ext cx="2281488" cy="22814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36D05A-80E9-C912-631C-020FB6C7B7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4065" y="355600"/>
            <a:ext cx="8201660" cy="2837603"/>
          </a:xfrm>
        </p:spPr>
        <p:txBody>
          <a:bodyPr lIns="0" tIns="0" rIns="0" bIns="0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31E9181-3767-0683-848A-A04AD81103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3265" y="3429000"/>
            <a:ext cx="6982460" cy="1100727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CN"/>
              <a:t>Clikc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5F2E121-23DB-EE92-5A6F-9C14E579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1E89D-E6E4-4258-C5B2-951DE629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B216FA-3264-2E8A-CB95-2A77936F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7C57ED-577F-5153-1162-EAF7FD33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1486" cy="22814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ABEA6E9-B107-316F-C7B8-6EAC13792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-1" y="2284786"/>
            <a:ext cx="2281487" cy="2291727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54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537B8F7-E751-7CEB-6DD9-B42C2FD72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1" y="4576513"/>
            <a:ext cx="2281488" cy="22814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F57799BE-E2E8-5386-4E50-78667C4C3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085" y="355600"/>
            <a:ext cx="8201660" cy="2837603"/>
          </a:xfrm>
        </p:spPr>
        <p:txBody>
          <a:bodyPr lIns="0" tIns="0" rIns="0" bIns="0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9">
            <a:extLst>
              <a:ext uri="{FF2B5EF4-FFF2-40B4-BE49-F238E27FC236}">
                <a16:creationId xmlns:a16="http://schemas.microsoft.com/office/drawing/2014/main" id="{2C3C4BD9-EA24-4419-395F-2ED13A1305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8085" y="3465211"/>
            <a:ext cx="6982460" cy="110072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CN"/>
              <a:t>Clikc to edit Master subtitle style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B1E7BAB-714E-16DE-838B-DD3C9444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300E782-589F-8882-4679-6D4626FE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6AEB95B-6A8F-4EAD-1687-68BF0E2A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: Shape 1">
            <a:extLst>
              <a:ext uri="{FF2B5EF4-FFF2-40B4-BE49-F238E27FC236}">
                <a16:creationId xmlns:a16="http://schemas.microsoft.com/office/drawing/2014/main" id="{76378701-6465-5DA7-D893-B28EDACEE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9910513" y="2284786"/>
            <a:ext cx="2281487" cy="2291727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0A5B844E-3667-B2D2-8C28-BCDE9C01D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10514" y="0"/>
            <a:ext cx="2281486" cy="22814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763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1">
            <a:extLst>
              <a:ext uri="{FF2B5EF4-FFF2-40B4-BE49-F238E27FC236}">
                <a16:creationId xmlns:a16="http://schemas.microsoft.com/office/drawing/2014/main" id="{C9D17E65-B7F6-BBA0-5C0A-13E21E39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693132" y="2338938"/>
            <a:ext cx="4498868" cy="4519061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CA2531A-F5B4-E8B8-D412-65D3B1F33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899756"/>
            <a:ext cx="1958243" cy="19582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CE797FB8-5B85-3C23-4767-E540B7810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5170" y="355600"/>
            <a:ext cx="8201660" cy="2837603"/>
          </a:xfrm>
        </p:spPr>
        <p:txBody>
          <a:bodyPr lIns="0" tIns="0" rIns="0" bIns="0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2" name="Subtitle 9">
            <a:extLst>
              <a:ext uri="{FF2B5EF4-FFF2-40B4-BE49-F238E27FC236}">
                <a16:creationId xmlns:a16="http://schemas.microsoft.com/office/drawing/2014/main" id="{D5D77306-9032-C768-9BC4-5AB9875D5F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4770" y="3475786"/>
            <a:ext cx="6982460" cy="1100727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CN"/>
              <a:t>Clikc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DE02714-7C27-8D41-51B3-A9C407DB9B4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DA94B75-E618-5656-FC34-228692F1BC8F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827BC14-D194-8A9A-DE2E-F8CA4D63521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86971F90-0FB8-A46A-78E4-2016819D6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35704"/>
            <a:ext cx="1958241" cy="1958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82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E94A473-0E2F-855B-9BE9-646566F82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1F1861-7394-91D1-3FB3-1C63CAD6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4FA9C6-3F37-9A7B-AE46-A7F94918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6E05E-CA4A-59B6-994A-26ED66D7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Straight Connector 96">
            <a:extLst>
              <a:ext uri="{FF2B5EF4-FFF2-40B4-BE49-F238E27FC236}">
                <a16:creationId xmlns:a16="http://schemas.microsoft.com/office/drawing/2014/main" id="{E6848015-40FC-D2CF-56EF-7B2B82A9A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96497" y="3046308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9">
            <a:extLst>
              <a:ext uri="{FF2B5EF4-FFF2-40B4-BE49-F238E27FC236}">
                <a16:creationId xmlns:a16="http://schemas.microsoft.com/office/drawing/2014/main" id="{172BA788-1AE9-2B5A-C0B2-C16236F3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77417" y="3046308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D0B09B15-3563-712C-6E2E-C89B5AF82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96497" y="4940429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1">
            <a:extLst>
              <a:ext uri="{FF2B5EF4-FFF2-40B4-BE49-F238E27FC236}">
                <a16:creationId xmlns:a16="http://schemas.microsoft.com/office/drawing/2014/main" id="{44CF4C88-92DD-301D-210A-6C1B202D7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77417" y="4940429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10504000" cy="140893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8715CCF-7A7B-5AAC-D071-DE008B249E4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96496" y="2489255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DA9011B5-6D01-3AF0-99E4-6A004B6CA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96496" y="3128981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9ABDEC3-4BEB-A518-046E-129B7D9E25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77416" y="2488552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34B40045-4DCE-76DA-58AD-223A1C0191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77416" y="3128981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33B2306-2357-FD4D-9A71-A8DD1010DE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496" y="4384085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3" name="Text Placeholder 9">
            <a:extLst>
              <a:ext uri="{FF2B5EF4-FFF2-40B4-BE49-F238E27FC236}">
                <a16:creationId xmlns:a16="http://schemas.microsoft.com/office/drawing/2014/main" id="{E04F7AE4-DD5E-CA7A-FB08-B802AEDD04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96496" y="5043769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9515354B-8178-69A7-B299-C539A6E3E8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77416" y="4383382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E2E62BAE-F951-3097-780E-D7E06FD341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77416" y="5043769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9B8E453-8C8A-F7A4-D77C-765B9466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4830229-14EC-08ED-D66A-130B5046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766673F-B093-E7D5-C076-5AEF4118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25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E94A473-0E2F-855B-9BE9-646566F82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1F1861-7394-91D1-3FB3-1C63CAD6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10504000" cy="140893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5C0DFC7-33FF-AA73-3FFC-C978E3721F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00425" y="2429164"/>
            <a:ext cx="7947574" cy="3435927"/>
          </a:xfrm>
        </p:spPr>
        <p:txBody>
          <a:bodyPr lIns="0" tIns="0" rIns="0" bIns="0"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9B8E453-8C8A-F7A4-D77C-765B9466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4830229-14EC-08ED-D66A-130B5046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766673F-B093-E7D5-C076-5AEF4118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4FA9C6-3F37-9A7B-AE46-A7F94918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6E05E-CA4A-59B6-994A-26ED66D7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039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FCF6D2-D22A-3276-796E-755059E35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380B01-FB3F-7DD6-224D-B483747E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D003242D-37DC-762E-1EA1-8B102E5213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3999" y="1486438"/>
            <a:ext cx="10504000" cy="4378654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E62007A-8538-D139-3C5B-8FB01733924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95DC02-FAD1-051C-FC0A-4556D73CA22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29D71B-FE0E-CC62-38E3-7279774AA93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76AF1C-25E0-EBF0-0B1D-FA5F7D770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0E189A-D955-6A7F-2779-ED5B5EB97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643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9C39C3C5-BCCF-9F66-0E64-6811D986BB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8799" y="407712"/>
            <a:ext cx="11554400" cy="582798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B11C69CE-4771-4BFA-AD70-0E51ABA58D6D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42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5622" y="914399"/>
            <a:ext cx="9900753" cy="1358269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B85B9BDD-2F0E-42F1-CE42-7711FBBB94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5621" y="2636196"/>
            <a:ext cx="9900753" cy="322889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1AE7160-8A18-8762-67F8-C71E839B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62296B3-7CBF-6881-5581-81D52C0F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346D7C-F120-5968-2FC4-2F9B5BC6D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Oval 6">
            <a:extLst>
              <a:ext uri="{FF2B5EF4-FFF2-40B4-BE49-F238E27FC236}">
                <a16:creationId xmlns:a16="http://schemas.microsoft.com/office/drawing/2014/main" id="{FEAE54C9-349B-EEFD-01BA-52EF837AC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44000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9433BDD-AE57-6F96-8693-7E2D491AC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89482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269FA094-1A8C-FF3E-020B-BE5688AA4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2421861" y="4258339"/>
            <a:ext cx="177800" cy="50215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852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38FCA36-95FF-0CF9-4C71-A29C3BB46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352978" y="5094751"/>
            <a:ext cx="5839022" cy="17632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A648C6-FC37-4FD3-5FDC-5E5E3F26E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52077" y="5094751"/>
            <a:ext cx="2435651" cy="1763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6CF2DE-B200-6DAF-AECE-B0AC0EBBE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4284" y="5087717"/>
            <a:ext cx="1767791" cy="17677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F99B1E-C976-1CCB-CC3E-9D2C53570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090208"/>
            <a:ext cx="1675844" cy="1767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02700D-8F0A-455D-21D1-F8BB7751D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5622" y="914399"/>
            <a:ext cx="9900753" cy="1358269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6B768E5A-52FF-F75D-AA3B-1C8B6D1528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5621" y="2756388"/>
            <a:ext cx="9900753" cy="1358269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CD4A4BC-F473-7413-C2A5-D07EAE5E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05824B8-6C3A-C914-421D-91C765DD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9B860AA-5834-E732-09EE-0B4C2B02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46">
            <a:extLst>
              <a:ext uri="{FF2B5EF4-FFF2-40B4-BE49-F238E27FC236}">
                <a16:creationId xmlns:a16="http://schemas.microsoft.com/office/drawing/2014/main" id="{D50F56C8-02F6-1FF2-BC4F-491AE782A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2494027"/>
            <a:ext cx="6688772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85A2FB0-A9D4-F67C-4217-C01C336F9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42AF1-E4D2-F10A-B32F-2E7452625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751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C261A18B-C79C-B070-5D41-0CBA01FD2C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7352" y="2258568"/>
            <a:ext cx="5839022" cy="355701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258B73AF-3955-4569-8B4F-B329360A9CBD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1F1CCA-5801-CC5B-119A-E3E19DD49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352978" y="0"/>
            <a:ext cx="5839022" cy="17632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E657D3-93D0-4FB1-972C-646B605C4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52077" y="0"/>
            <a:ext cx="2435651" cy="1763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AA8180-1A53-234B-8CF6-65ADAA09E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4284" y="-7034"/>
            <a:ext cx="1767791" cy="17677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94D7B-5469-B664-C915-DE6AC38BB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4543"/>
            <a:ext cx="1675844" cy="1767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2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C5CADB-99AC-488A-7133-10E5DE765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03006B-749F-4FAF-D572-3B107413B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7C7037-357A-DAC2-8D07-004BB2804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E95E211B-A490-5F92-9B2C-FEF3E25CE7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1847" y="831918"/>
            <a:ext cx="5754527" cy="273813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3C0C011-1233-FC56-AA5C-DF88FB24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CEB22DD-F16F-C3EB-5439-20C05A9D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9AAE25-EEAC-AF75-FC81-21BC617D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286C62-1802-4E61-4D00-A502D9576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643DA6-886C-DE80-B92C-E26740EAF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806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CB9DAA1-B1FD-3717-3F96-795C852E7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65959E-D3BE-3B35-72E6-EE177425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00DD584D-65FC-A106-C28D-A6D3A6A06A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43209" y="877456"/>
            <a:ext cx="5803165" cy="4987636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C749CC8-6079-025A-0476-7D1E02235F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B622798-A9D5-13A8-E6EB-283FF564E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78BA8E0-712A-77CA-9713-4F206AB0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2F44F8D-8952-05F9-99FA-D64FD2F50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60CB7-7D69-80F4-AE1F-366A7F0A2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1520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105965-4EE5-E185-7666-27A5E5F11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08540A-D298-C62B-CC21-BC7C6B5F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A93AF98B-99CB-F2D7-B247-51CE41CD41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3907" y="831918"/>
            <a:ext cx="6542468" cy="51941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0F4DE3C-88B6-381C-78FC-8F935A23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5AFEEB4-7A81-9408-C4EF-D8AD90FF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F48F71D-8479-0A54-8684-3F60D22DB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6816AA6-A60B-C6E1-2885-EB6E2B1FF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60E10A-DF0B-1339-7826-107A95CC1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213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C489336-0C23-2A47-DB03-CA00009C6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A6D03D-AABD-4AB3-9E1E-4DF31BB85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3C13A46E-F797-1C4C-30CB-A1D1CF1DE3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87669" y="2149812"/>
            <a:ext cx="6241267" cy="387626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7669" y="831919"/>
            <a:ext cx="6241267" cy="1143000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007DB0D8-36F3-541C-5D5B-BE7F00E8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329D90C1-EB79-260E-06B5-66A03CAE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2A9EC63-48AA-37EC-23B0-6B17D3236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4D911F7-7994-03E9-8128-10F10F99F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B32CED-CF03-686F-9EA0-80AD67E6E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531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DA9BE4-08A4-4088-DC5B-3F23F0E30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F93313-9B95-1A0F-3166-8AA3A63DF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47548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9B6ED53D-AC89-453B-A25B-CC64DA3F215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7880" y="2149812"/>
            <a:ext cx="6135624" cy="387626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879" y="831919"/>
            <a:ext cx="6135624" cy="1143000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AA8B19BB-10BD-EE0C-B647-96D5DC2386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194587B9-3271-1DBD-D567-666B86C3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514ABFF7-DC89-EED7-524C-B586DAD1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241CE73-4958-1726-C9B4-B1B239427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202D8C-E98F-7728-52D1-B44C8EB25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7314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BC20976-8E96-EA29-B265-5660CEC8E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01513C9-9EF0-A484-2C49-5EE294C48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0000" y="825622"/>
            <a:ext cx="6858000" cy="93268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2F6F66EE-0D34-BF84-840D-5515C61DE45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90001" y="1974715"/>
            <a:ext cx="6838936" cy="4051365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20C2E4E4-F31A-5808-A175-A469DDB1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482603C5-7507-EB69-733F-4C701FC00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0D4AA14-0EE9-A172-CD3A-EBE8A6A7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2D8354F-0577-6A30-7505-8930D0CF8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112CC8-70AC-3C75-6385-1A2C0FE27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831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7DC58E5-8B31-563D-65CE-5CB78BABC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FC30D6-2036-A49D-2D87-79BB698CF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25622"/>
            <a:ext cx="6858000" cy="93268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70DCF516-124A-7A64-68B6-4E53B51558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1964987"/>
            <a:ext cx="6858000" cy="4061093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59F9DDC1-0F34-0AE1-3EEE-1E60892D8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BEBE2F7-AEE1-67CD-3C02-A67FE886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9C7317C0-3EE4-FD5D-3CC9-DB7DEBCF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D8B416C-0540-7EBC-ACDF-ABEFD1F3E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909623-94DE-B2B1-C6C6-D617C3FA2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4927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5613" y="1130300"/>
            <a:ext cx="4361688" cy="2095430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1130300"/>
            <a:ext cx="5767509" cy="4895779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B165A762-BACD-319C-9EF5-5CF71AF9C8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85613" y="3429000"/>
            <a:ext cx="4343323" cy="25970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C13B293D-5FAC-ED41-C577-E331EA7B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0661C5A1-EFBE-D83F-E3FA-9D4FE51A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20C21C12-B33B-D1AA-BF34-E06F9875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52F0003B-49B7-E647-B856-A28C13E88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8B2F7E7F-68C6-DB69-BEB3-80DF0547A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1229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80E457-D284-8068-957F-D85B00F3F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48C225-FAD4-92C8-17A3-928B4B089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5C4894AA-FFFC-1F6C-8D9F-E941F8EBE6E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60901"/>
            <a:ext cx="4361689" cy="346517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767B0CE1-4683-787E-7E78-385D3963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FC3404C-1D8E-1568-8A3A-54E59FB1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EB56144-4670-1B58-E7A7-D1422FD2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65FCF90-9957-3ECF-3797-C2D9FEE25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E1DC3D-3F35-8AEA-04FB-01F83E254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53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143B539-8924-C0B8-CCA7-34D998DFB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4CABF7-7146-2440-C062-A7A27E048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0D6E1E71-0B89-05C8-E774-C2A7B85E94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25064" y="1926077"/>
            <a:ext cx="4503872" cy="4100003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874D5977-75E4-C67F-7EED-E31BDE0F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627033D7-64E7-A801-F814-EFB76960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84A8F00-1CC3-8925-1509-3B5E9754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C7AEE2D-FC46-D9E4-9B50-387B4FD56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D62481-A06C-5002-BF7F-77030C50D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7047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73C539E-0623-5929-BCEC-D7860319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87B982-FFFC-A392-9770-4B6E1013F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454081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12B2705C-C73D-683F-26BE-4A73BC9A33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491" y="2461098"/>
            <a:ext cx="4571999" cy="356498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16AE17EA-5DE5-8855-1E1E-385F234B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2416C41-9ADB-1026-364B-9B1691E4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88799B5-E673-DEC7-3C2D-136D8423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82FBAA-97D8-63A0-17D5-F9253ABE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DA902-FEB6-39F4-636D-7825E8E2A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3437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6DE35DD-8058-B253-9AE4-5343BE2B4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F09DCB7-1228-2DB6-BF64-0785F0FD4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51116429-AB70-C20D-68E5-16E7545315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3" y="2590800"/>
            <a:ext cx="3401568" cy="3435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776FF1D7-D2E1-9D6F-EDE2-9D9DFF35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D41FB96-972B-0FA7-7C7C-A0ABD216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AC8983F-239A-B6B7-795A-CCEFADE1E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F8957D-AAB0-DEFF-9EB9-87C630548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77F51-9761-F2F7-DF84-18F30B6C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140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7E35E2C-3084-0772-27D8-C1C214C8E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3C75CE7-717C-9244-6F64-72711A693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39F3FF2B-377F-34A8-9E2C-A1EC9335BC2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90800"/>
            <a:ext cx="3401568" cy="3435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5DD21-FB61-1472-2D64-DF184459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C03000C-C6AF-7EB5-E3EE-24823248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204AC67-A154-C296-CA4A-49DCD172C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E96F2D-3C3D-A945-47E2-8DFBDDA59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B6089DF-6C45-7412-2734-8B13677451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989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C22D34A-FBBF-9CE0-34C0-3280F9BBA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F763C5-31DF-45A8-C0B5-6A919573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BF4B9AE9-B78A-6D7F-20C0-F283C1653F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3453" y="3048000"/>
            <a:ext cx="3274547" cy="29780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E2451-9812-34C5-3C33-856233B63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7BEE80C-92D1-4F33-B7E5-AE68C008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5F4499B-9AF3-3A1A-12B9-F6C1E6E90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65BF30-A776-10EB-762C-FBB4D91FD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3CF56CB-74FD-C1FE-4BAA-59AD65AF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245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B2CDF48D-CCCD-B99E-F3E4-CBE0FAF00AA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28640" y="4509558"/>
            <a:ext cx="5719361" cy="151652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ADC8C146-0A20-4029-98D5-9A42EEDF8B24}" type="datetime1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9BF16D-597E-71C6-2E3F-617E81AC1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BFFD748-48BA-022F-3C3B-8ECFF6991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71A5897-3B1D-D50B-2427-DE31939A8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312E9A-BE86-243D-20DB-F00178EEA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7948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0E7AD882-6D78-F3F8-8E45-92D9E2011F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3785800"/>
            <a:ext cx="7324641" cy="2240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87C12A2F-57DF-45DA-A7E9-678FD33267B9}" type="datetime1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10FEAA-9CDF-DFFD-DBD8-08095A039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1CFA0B-85DB-50C1-2DCE-43E1EDBBD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5C54F2B-C639-D1C8-E104-CE340FCBE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D35091-8023-DE48-73F1-9D869CF9C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3969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FB787F-F856-83D9-31F8-50BF0D4FA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2657CF-AF2D-4A8E-63B2-8CCAB197A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09E7E7-B740-A6CE-1420-F217E7F4A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89654F-122C-B489-BF0E-A6BAA5D16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A11349E4-C41F-EF8C-5B32-8D12705832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3520" y="831918"/>
            <a:ext cx="7314480" cy="224027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D6D9177A-278B-20CD-FE5E-6F661951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941CF86-87E6-8948-A328-3A114B74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918809-FD32-F4A8-916A-8C76FA0B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79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F73A54CA-FA08-6D99-1B77-AB0DB1F1F7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44080" y="2081048"/>
            <a:ext cx="4133883" cy="394503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766791B-F730-470C-BD5E-FFF8D449589F}" type="datetime1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2BD5C2-C97A-C70B-4A03-5569FBDD1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51B1B7C-F3EB-F411-B2F9-1447EABB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B7F775-C47A-0C90-3F41-F05671F1F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1DFAFE-D783-B15F-D030-6FAC8A72D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9846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95BEAC7-7B0C-C67F-01EC-0D5C31CD3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398174-5A2A-0232-7084-BDB432D18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4715548A-198D-A2A2-D9C7-3779F8215A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20080" y="831918"/>
            <a:ext cx="5627921" cy="519416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D06C25B-BA04-6374-65A0-76BDFB99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1172CCB-6D6C-0A38-3222-0CAD79CB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DE88A6-D60B-5097-2962-CB861AC16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B0A4DDF-9BA3-BD54-C7E8-4ED5D6B42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F54A775-89E7-5952-D197-FE7A94462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9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5CD5E4D-B21F-98DF-71BB-3A8188C8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D01567-22D1-D593-7AB7-C9C8909D5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75509B30-B5BA-035C-9545-B2FADE9F1D7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400" y="873725"/>
            <a:ext cx="6623601" cy="5152355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B6D1E27-668D-3A81-ECA7-E859B09D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839268F-45AE-773B-CA70-8DA32DFF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008C-348E-CAC8-F695-08D4D59DB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392DB71-11A1-8B7E-EAA4-FDA88B6D5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05589EF-8DD8-AEE5-B805-F35A554E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832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lIns="0" tIns="0" rIns="0" bIns="0" anchor="b">
            <a:no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30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E5AD3D17-73C9-402C-91E7-BA73E6829C50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EEDAD85-F38A-F8E4-0FB2-B9C16147E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16411" y="5076497"/>
            <a:ext cx="949582" cy="9495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E5E6DC-1581-347B-6E68-84FDD567E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66829" y="5076496"/>
            <a:ext cx="949582" cy="9495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296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30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C77A7CDD-9512-40CC-9351-FC0DE186CFBD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02E5CEB-4489-D4CC-65B7-9A1B72D09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8418" y="5076497"/>
            <a:ext cx="949582" cy="9495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78B4C5-7BDE-ECA1-1582-30036FE31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992" y="5076496"/>
            <a:ext cx="949582" cy="9495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609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30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4D81316D-7AD5-22E6-6806-2F3D201FB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12DB3EA1-DD0C-4B8D-8364-52024B4530F1}" type="datetime1">
              <a:rPr lang="en-US" smtClean="0"/>
              <a:t>5/5/2025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545E312D-C246-214A-8F58-D9F6BAB6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5DB604A8-7D54-9DD8-8A5E-316C302ED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C7A0F15-0EC8-3130-B9B5-66D399625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8418" y="5076497"/>
            <a:ext cx="949582" cy="9495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7BB827-F847-836C-072E-C2C3984CE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992" y="5076496"/>
            <a:ext cx="949582" cy="9495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708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11CA164D-7C6B-06BE-16C2-75C3BBB09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564D697-3A15-958B-0687-86B35554E5C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7BE9796F-7CAB-A7AD-BB1B-EF86F280A9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B9F2B7A-26D1-C74D-5C9C-6D7D978F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E8025FD8-B45A-B3C3-084D-724FB4DF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B71AB10C-8E59-AE2D-86E6-6D9A67FE3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6957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ABBD9B3D-FB5A-6D3F-EF35-F7B4FBF0E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84CA7AA3-D510-AE6D-77CB-24E1A93D218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A16EFAA2-E99D-F827-DFFE-D71EBB1C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D80EBC9-29E7-4715-E05F-F2D325C93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5C54C63-BED0-0452-B6A1-95AD18F2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FE1ABDF3-0063-4A1D-10BB-DA224E36D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352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1812D861-AAF6-629C-C60E-0B5C35159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C92FC1E-596F-194E-3F60-0A378404860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12B60F2-F319-70A6-2EBE-ED2F93E6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78C9B71-D747-9AA5-01A4-6AEFAECC7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264EEDC-4B25-0FE5-4420-D6FB69DD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3B5B8FFC-1EB4-655C-F3FA-BF2976D1E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3822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9FF5536-3C53-3CA1-4017-2BED4FDC7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25D4C4-9EA2-CAEC-F708-C848BBE20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36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6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252319-ED8D-9D07-4FEA-E6109633B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0B9B11-0EB4-232B-6E49-55998E9B4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D97EF-1B79-4BC4-8D86-085A169C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366B58F-A813-A563-E14F-6008832E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11857CB-6DBB-09F8-F69F-B30D94B6F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95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71E2D2-F4D4-4D2D-E293-39C0966AB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74C01C-C082-4D6C-8432-D7AC79BB0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A746ACEE-4843-63D2-082A-91EBA0C67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754E216-025A-D125-2442-AB40AB49A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D6C5C0B-4D2F-09C8-E6DB-1C790F4FD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0AD6E7-539D-18AB-31B8-4BBCBC594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C988C6-6A58-97A9-A978-3E644B327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679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196DB63-381C-8C7D-BB65-082688206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CE5E81E-1879-046D-890F-67265A4F6A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6EC2FBA-56C5-75AA-CB73-6FEF3DAE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DCD230-2FA8-A6FB-624C-AE600C46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280E6F-66E0-FF74-CDC9-9E8D2921F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280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BD6CD142-9810-6E9E-811F-FBF95DAB1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10E30-A3EF-7BFE-43CC-85D8B7FDC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60A18B9-CFE5-6D5D-5C30-04F0B337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3869561-2D2D-9996-FFE8-388DC6E9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998549-C638-4A98-30C9-24AEA641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999891-11D4-E429-CDE9-3DF80CE20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B733A1D-510F-48B2-3D98-68215649F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7093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6BD940F-D20B-0BF8-988B-5F547E826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4561AA-EE8E-A34D-D1B7-BCB6A39A7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B593D132-537B-9DD5-6B41-6F24C843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E6E8398-5863-5CDD-8A1A-FAF35E8D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87B6F-DAFE-6F4E-C600-61C125681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E069CF5-8226-D57D-93F5-CB79F8943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275FBC0-CDAF-8728-57DD-F90BC45B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604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DDD22BDB-6215-B88F-E45B-801DAF538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3B8FB568-40CA-4614-DF0C-2C6D33DBF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19509B16-033B-8F64-FFC4-DDE5E8D48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A002548-DE85-310F-C8D5-5305547E8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12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6">
            <a:extLst>
              <a:ext uri="{FF2B5EF4-FFF2-40B4-BE49-F238E27FC236}">
                <a16:creationId xmlns:a16="http://schemas.microsoft.com/office/drawing/2014/main" id="{3CA77268-47A6-DBA8-B49A-089CF0ABA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482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57AE0FC-167D-DCD4-7E90-08F6C5CF5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348000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6CB3C578-3B25-DE12-0521-367F4E721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 flipV="1">
            <a:off x="6007099" y="673099"/>
            <a:ext cx="177801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E81BD741-F30D-3EC0-3E21-FE8EDC56F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78CB1F1-43DC-84A2-DB38-42CED8A6D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13D9D504-F065-099D-DFC5-03AAFA58A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6DFB1812-ACA6-4DC3-03F0-C2E6122DF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">
            <a:extLst>
              <a:ext uri="{FF2B5EF4-FFF2-40B4-BE49-F238E27FC236}">
                <a16:creationId xmlns:a16="http://schemas.microsoft.com/office/drawing/2014/main" id="{03BC5B12-08AC-2BFA-4EDD-13EA2E298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4">
            <a:extLst>
              <a:ext uri="{FF2B5EF4-FFF2-40B4-BE49-F238E27FC236}">
                <a16:creationId xmlns:a16="http://schemas.microsoft.com/office/drawing/2014/main" id="{A93A9BBB-A674-5564-A878-E3CA286C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09CCEDB7-7782-5D8A-FC68-FF822CFE4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7F44296-638D-5B08-2F89-F8907F3138E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7421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5EBA686-575C-E191-F98A-C0EBBA4F5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7420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47DF147-0973-9BC0-59E9-EA9637F0FED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107421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BC0FA2C4-2DCC-57D2-A4A8-C0E7A91A23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7420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6F9B4D9-EE44-B302-2788-6E680765993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3067" y="2691208"/>
            <a:ext cx="6196604" cy="3331705"/>
          </a:xfrm>
          <a:custGeom>
            <a:avLst/>
            <a:gdLst>
              <a:gd name="connsiteX0" fmla="*/ 0 w 6196604"/>
              <a:gd name="connsiteY0" fmla="*/ 0 h 3331705"/>
              <a:gd name="connsiteX1" fmla="*/ 6196604 w 6196604"/>
              <a:gd name="connsiteY1" fmla="*/ 0 h 3331705"/>
              <a:gd name="connsiteX2" fmla="*/ 6196604 w 6196604"/>
              <a:gd name="connsiteY2" fmla="*/ 3331705 h 3331705"/>
              <a:gd name="connsiteX3" fmla="*/ 0 w 6196604"/>
              <a:gd name="connsiteY3" fmla="*/ 3331705 h 3331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6604" h="3331705">
                <a:moveTo>
                  <a:pt x="0" y="0"/>
                </a:moveTo>
                <a:lnTo>
                  <a:pt x="6196604" y="0"/>
                </a:lnTo>
                <a:lnTo>
                  <a:pt x="6196604" y="3331705"/>
                </a:lnTo>
                <a:lnTo>
                  <a:pt x="0" y="333170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5418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DDD22BDB-6215-B88F-E45B-801DAF538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3B8FB568-40CA-4614-DF0C-2C6D33DBF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19509B16-033B-8F64-FFC4-DDE5E8D48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A002548-DE85-310F-C8D5-5305547E8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Straight Connector 3">
            <a:extLst>
              <a:ext uri="{FF2B5EF4-FFF2-40B4-BE49-F238E27FC236}">
                <a16:creationId xmlns:a16="http://schemas.microsoft.com/office/drawing/2014/main" id="{F86D542F-38EC-61DB-7AD9-6453D6F0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17BECAB-B66B-0943-7AF6-21611173D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6161399-D3CD-2B6A-7B5A-A173236E9A9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7421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90822DB5-2A32-BB84-BE71-30DA82316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7420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4" name="Straight Connector 3">
            <a:extLst>
              <a:ext uri="{FF2B5EF4-FFF2-40B4-BE49-F238E27FC236}">
                <a16:creationId xmlns:a16="http://schemas.microsoft.com/office/drawing/2014/main" id="{456CED7D-93B5-34BD-84D6-825AD84C4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">
            <a:extLst>
              <a:ext uri="{FF2B5EF4-FFF2-40B4-BE49-F238E27FC236}">
                <a16:creationId xmlns:a16="http://schemas.microsoft.com/office/drawing/2014/main" id="{12B87474-83B0-2583-6BEB-DBB264CC1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55BFE79B-8E6A-D9C7-8A98-4A21A96FDC4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021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F5A556EA-CC4F-1770-022A-C73BB2B983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21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52" name="Straight Connector 3">
            <a:extLst>
              <a:ext uri="{FF2B5EF4-FFF2-40B4-BE49-F238E27FC236}">
                <a16:creationId xmlns:a16="http://schemas.microsoft.com/office/drawing/2014/main" id="{664CF928-1384-68A8-D1B4-8DEB8E0F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">
            <a:extLst>
              <a:ext uri="{FF2B5EF4-FFF2-40B4-BE49-F238E27FC236}">
                <a16:creationId xmlns:a16="http://schemas.microsoft.com/office/drawing/2014/main" id="{82427830-33ED-2D71-F1A1-A803CC6A3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01FC06B-A087-E474-D4A7-336F08F727D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107421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E6AD28EF-5FD9-495F-E6E5-08E2C0E0B5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7420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8" name="Straight Connector 3">
            <a:extLst>
              <a:ext uri="{FF2B5EF4-FFF2-40B4-BE49-F238E27FC236}">
                <a16:creationId xmlns:a16="http://schemas.microsoft.com/office/drawing/2014/main" id="{94AEDC53-C272-2AB2-5E5D-F72DAB0DD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">
            <a:extLst>
              <a:ext uri="{FF2B5EF4-FFF2-40B4-BE49-F238E27FC236}">
                <a16:creationId xmlns:a16="http://schemas.microsoft.com/office/drawing/2014/main" id="{055C88A9-A0AC-5C27-5E5E-84D680EBD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35D000D-A853-BF2A-796C-5BB4089FE15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021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B774CFC3-0318-B4D5-3562-72284B097D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21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5412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6">
            <a:extLst>
              <a:ext uri="{FF2B5EF4-FFF2-40B4-BE49-F238E27FC236}">
                <a16:creationId xmlns:a16="http://schemas.microsoft.com/office/drawing/2014/main" id="{3CA77268-47A6-DBA8-B49A-089CF0ABA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482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57AE0FC-167D-DCD4-7E90-08F6C5CF5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348000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6CB3C578-3B25-DE12-0521-367F4E721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 flipV="1">
            <a:off x="6007099" y="673099"/>
            <a:ext cx="177801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E81BD741-F30D-3EC0-3E21-FE8EDC56F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78CB1F1-43DC-84A2-DB38-42CED8A6D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CCEDB7-7782-5D8A-FC68-FF822CFE4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3235B6E-0BC4-E35C-A63D-8431B00F064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07422" y="2714114"/>
            <a:ext cx="3286779" cy="3144803"/>
          </a:xfrm>
          <a:custGeom>
            <a:avLst/>
            <a:gdLst>
              <a:gd name="connsiteX0" fmla="*/ 0 w 3286779"/>
              <a:gd name="connsiteY0" fmla="*/ 0 h 3144803"/>
              <a:gd name="connsiteX1" fmla="*/ 3286779 w 3286779"/>
              <a:gd name="connsiteY1" fmla="*/ 0 h 3144803"/>
              <a:gd name="connsiteX2" fmla="*/ 3286779 w 3286779"/>
              <a:gd name="connsiteY2" fmla="*/ 3144803 h 3144803"/>
              <a:gd name="connsiteX3" fmla="*/ 0 w 3286779"/>
              <a:gd name="connsiteY3" fmla="*/ 3144803 h 3144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6779" h="3144803">
                <a:moveTo>
                  <a:pt x="0" y="0"/>
                </a:moveTo>
                <a:lnTo>
                  <a:pt x="3286779" y="0"/>
                </a:lnTo>
                <a:lnTo>
                  <a:pt x="3286779" y="3144803"/>
                </a:lnTo>
                <a:lnTo>
                  <a:pt x="0" y="314480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19" name="Straight Connector 3">
            <a:extLst>
              <a:ext uri="{FF2B5EF4-FFF2-40B4-BE49-F238E27FC236}">
                <a16:creationId xmlns:a16="http://schemas.microsoft.com/office/drawing/2014/main" id="{917DECF4-2610-D056-1F1B-0A01B2308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">
            <a:extLst>
              <a:ext uri="{FF2B5EF4-FFF2-40B4-BE49-F238E27FC236}">
                <a16:creationId xmlns:a16="http://schemas.microsoft.com/office/drawing/2014/main" id="{2C28AB49-3DB1-E52D-1AB4-B1709BC0A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0FAA266-7A2C-303C-37A9-D9096061EB6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021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30CEB8D7-8819-9032-A32B-1E36953A03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21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23" name="Straight Connector 3">
            <a:extLst>
              <a:ext uri="{FF2B5EF4-FFF2-40B4-BE49-F238E27FC236}">
                <a16:creationId xmlns:a16="http://schemas.microsoft.com/office/drawing/2014/main" id="{A273CF89-AB4A-0304-626F-BFDCFC1E2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">
            <a:extLst>
              <a:ext uri="{FF2B5EF4-FFF2-40B4-BE49-F238E27FC236}">
                <a16:creationId xmlns:a16="http://schemas.microsoft.com/office/drawing/2014/main" id="{5A619983-7048-CFFA-2B3F-E567DA8E3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0DD2985-D841-921A-2CA5-FA93C316ACB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021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A1B32814-1E10-4360-C81E-F89CCF8570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21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4" name="Straight Connector 3">
            <a:extLst>
              <a:ext uri="{FF2B5EF4-FFF2-40B4-BE49-F238E27FC236}">
                <a16:creationId xmlns:a16="http://schemas.microsoft.com/office/drawing/2014/main" id="{E3DDDE90-D898-8159-4120-69CD5B671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">
            <a:extLst>
              <a:ext uri="{FF2B5EF4-FFF2-40B4-BE49-F238E27FC236}">
                <a16:creationId xmlns:a16="http://schemas.microsoft.com/office/drawing/2014/main" id="{911865EF-2FFC-ABE3-A83C-6F770125D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F566BA2-1186-85A4-6ED7-A0446CC4212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80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02D8DCD-6AEF-BCCC-41E1-218BC4F8CB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80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8" name="Straight Connector 3">
            <a:extLst>
              <a:ext uri="{FF2B5EF4-FFF2-40B4-BE49-F238E27FC236}">
                <a16:creationId xmlns:a16="http://schemas.microsoft.com/office/drawing/2014/main" id="{6EF6E5FB-696E-E4DA-376C-C6E586226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">
            <a:extLst>
              <a:ext uri="{FF2B5EF4-FFF2-40B4-BE49-F238E27FC236}">
                <a16:creationId xmlns:a16="http://schemas.microsoft.com/office/drawing/2014/main" id="{45179F2C-623F-1831-DD39-ED9E7ED59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A0830792-F096-74D1-6CB2-FE2D1864B41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5480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29642387-6B33-1DBB-00B8-EDF68B532C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480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227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9">
            <a:extLst>
              <a:ext uri="{FF2B5EF4-FFF2-40B4-BE49-F238E27FC236}">
                <a16:creationId xmlns:a16="http://schemas.microsoft.com/office/drawing/2014/main" id="{311682DF-43EC-0F07-A7C5-BBE34873E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10514" y="4576513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: Shape 4">
            <a:extLst>
              <a:ext uri="{FF2B5EF4-FFF2-40B4-BE49-F238E27FC236}">
                <a16:creationId xmlns:a16="http://schemas.microsoft.com/office/drawing/2014/main" id="{B119537C-2409-953B-BDE2-AB2521C1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17238" y="4569982"/>
            <a:ext cx="2281484" cy="229454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2C9829E9-8D63-ED15-7AEF-A81415DAB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 flipV="1">
            <a:off x="6007099" y="-6007099"/>
            <a:ext cx="177801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Oval 5">
            <a:extLst>
              <a:ext uri="{FF2B5EF4-FFF2-40B4-BE49-F238E27FC236}">
                <a16:creationId xmlns:a16="http://schemas.microsoft.com/office/drawing/2014/main" id="{DEC63B33-D13D-FB4A-B537-E8E2BF41C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1675F45C-B671-B1FE-B78E-D2B5C3F52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CCEDB7-7782-5D8A-FC68-FF822CFE4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7" name="Straight Connector 3">
            <a:extLst>
              <a:ext uri="{FF2B5EF4-FFF2-40B4-BE49-F238E27FC236}">
                <a16:creationId xmlns:a16="http://schemas.microsoft.com/office/drawing/2014/main" id="{5B0A7F60-BB82-1523-6016-4DF3F9BC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4">
            <a:extLst>
              <a:ext uri="{FF2B5EF4-FFF2-40B4-BE49-F238E27FC236}">
                <a16:creationId xmlns:a16="http://schemas.microsoft.com/office/drawing/2014/main" id="{5A38B25D-1A75-AA11-EC1B-2E9B36834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4642B5E4-0B50-2725-EDDE-D1EE88D5660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7421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80C401A-242B-5E39-BC68-857C9037DF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7420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18953D7A-BF5D-1E06-0B40-6C6C99CA6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B5C700DF-62E4-E111-6F97-6A25629A2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733C667-C70E-68FC-D4E2-53C774281FE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021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966CDD4-764A-2B92-8BDB-D68F8B398B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21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19" name="Straight Connector 3">
            <a:extLst>
              <a:ext uri="{FF2B5EF4-FFF2-40B4-BE49-F238E27FC236}">
                <a16:creationId xmlns:a16="http://schemas.microsoft.com/office/drawing/2014/main" id="{71FAFBF0-0542-A120-2960-1DA55B515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">
            <a:extLst>
              <a:ext uri="{FF2B5EF4-FFF2-40B4-BE49-F238E27FC236}">
                <a16:creationId xmlns:a16="http://schemas.microsoft.com/office/drawing/2014/main" id="{B9F19829-BFF7-0CE8-D758-D75C4AF3B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9BEA94E-612C-BF3C-77F0-88A31565B16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80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B4BED3-847C-3754-D9D8-AD3FC960BC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80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31" name="Straight Connector 3">
            <a:extLst>
              <a:ext uri="{FF2B5EF4-FFF2-40B4-BE49-F238E27FC236}">
                <a16:creationId xmlns:a16="http://schemas.microsoft.com/office/drawing/2014/main" id="{0E7ABFBF-7319-2463-5753-0C61371AF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">
            <a:extLst>
              <a:ext uri="{FF2B5EF4-FFF2-40B4-BE49-F238E27FC236}">
                <a16:creationId xmlns:a16="http://schemas.microsoft.com/office/drawing/2014/main" id="{D7158F56-5CD8-DF28-9ADF-24526A865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B6AE9EDE-852E-94EA-FA9B-12CF69E7964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107421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ADCB3C5B-24BB-7C80-0DA9-35FFCEEF0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7420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4E3A12E4-9002-7558-ED02-4F510DA9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134F7B0C-B157-5B9C-AB6F-3C0383644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1B4FC6E-B4F0-50B5-5D3C-EAD01FD41E3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021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E12CB3F-C82F-19E0-434B-60E17BD2D7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21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755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87CFF128-BAC7-4E0D-8F77-28A571D93B6F}" type="datetime1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8006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D607E11C-4CFD-0917-7CE5-5FD047FF4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39689-5195-17C0-4FE6-F7675B1A3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1757505"/>
          </a:xfrm>
        </p:spPr>
        <p:txBody>
          <a:bodyPr lIns="0" tIns="0" rIns="0" bIns="0"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07742" y="831919"/>
            <a:ext cx="6440258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5213A67-B154-5478-844F-57C8F6A8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EBCD9679-8789-3C46-2C01-1A70F83B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D71F9D7-53CC-2688-5FE1-813728EC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DAAFA8-C82C-ACA2-4E69-EB7E3BD0D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A204AA-E1F0-B3EE-A344-C3874ECEA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8461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D0068B2F-8642-20C6-2DC8-D05334DB3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8106B-58A5-8614-7D42-8ACA85436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2212313"/>
          </a:xfrm>
        </p:spPr>
        <p:txBody>
          <a:bodyPr lIns="0" tIns="0" rIns="0" bIns="0"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7CA2E7D-147E-2BB9-7A9B-568E3676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D5EF1-8756-9CD5-58BC-20BC31467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9B8D7D-2466-9642-26D7-DFF380C45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6209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157987AA-E4E6-4FC1-BAD8-09A952212C58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6288D7-F050-E1E7-DC78-67369A114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3346" y="831920"/>
            <a:ext cx="831082" cy="8310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394A36-B784-7244-4CF7-3B5208E8D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02264" y="831920"/>
            <a:ext cx="831082" cy="8310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817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3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278D60-FC64-3BFB-1E09-A1791F91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592226" y="4576512"/>
            <a:ext cx="2281488" cy="22814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0CDBB60-E0E0-833E-F84B-9BEC60B7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5/5/2025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3CCC54A-AE1A-0789-DF90-5E087B85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507772A-AF63-4BA6-5E0F-6C909D0E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BF7F53-1667-65E2-E3E8-2BDFBB430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592226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369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1E718A0D-D1A5-F3AB-2E4B-7E5B6D164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10514" y="4576513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64545F-B4D6-7EA6-DF60-737E0CDF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5126" y="430370"/>
            <a:ext cx="4323773" cy="3990831"/>
          </a:xfrm>
        </p:spPr>
        <p:txBody>
          <a:bodyPr anchor="ctr">
            <a:no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 descr="A man in a suit is looking at a smartphone.">
            <a:extLst>
              <a:ext uri="{FF2B5EF4-FFF2-40B4-BE49-F238E27FC236}">
                <a16:creationId xmlns:a16="http://schemas.microsoft.com/office/drawing/2014/main" id="{045934CC-3871-932C-71A1-C590767CEC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858625" cy="6858000"/>
          </a:xfrm>
          <a:custGeom>
            <a:avLst/>
            <a:gdLst>
              <a:gd name="connsiteX0" fmla="*/ 0 w 9858625"/>
              <a:gd name="connsiteY0" fmla="*/ 0 h 6858000"/>
              <a:gd name="connsiteX1" fmla="*/ 2961362 w 9858625"/>
              <a:gd name="connsiteY1" fmla="*/ 0 h 6858000"/>
              <a:gd name="connsiteX2" fmla="*/ 8737073 w 9858625"/>
              <a:gd name="connsiteY2" fmla="*/ 5742833 h 6858000"/>
              <a:gd name="connsiteX3" fmla="*/ 7615524 w 9858625"/>
              <a:gd name="connsiteY3" fmla="*/ 6857997 h 6858000"/>
              <a:gd name="connsiteX4" fmla="*/ 9858622 w 9858625"/>
              <a:gd name="connsiteY4" fmla="*/ 6857997 h 6858000"/>
              <a:gd name="connsiteX5" fmla="*/ 9858625 w 9858625"/>
              <a:gd name="connsiteY5" fmla="*/ 6858000 h 6858000"/>
              <a:gd name="connsiteX6" fmla="*/ 0 w 98586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58625" h="6858000">
                <a:moveTo>
                  <a:pt x="0" y="0"/>
                </a:moveTo>
                <a:lnTo>
                  <a:pt x="2961362" y="0"/>
                </a:lnTo>
                <a:lnTo>
                  <a:pt x="8737073" y="5742833"/>
                </a:lnTo>
                <a:lnTo>
                  <a:pt x="7615524" y="6857997"/>
                </a:lnTo>
                <a:lnTo>
                  <a:pt x="9858622" y="6857997"/>
                </a:lnTo>
                <a:lnTo>
                  <a:pt x="985862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502E5-2DFC-DF77-C335-F8BB163D1B02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4F7829B-847B-82B9-DC04-43F2A9DA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C44EE9F-3C07-B885-75F7-2EF19AE63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8B7B7E86-F28E-485C-35D7-E051E0B87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17238" y="4569982"/>
            <a:ext cx="2281484" cy="229454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664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z="131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z="1311"/>
              <a:t>Click to edit Master text styles</a:t>
            </a:r>
            <a:endParaRPr lang="en-US"/>
          </a:p>
          <a:p>
            <a:pPr lvl="1"/>
            <a:r>
              <a:rPr lang="en-US" sz="1311"/>
              <a:t>Second level</a:t>
            </a:r>
          </a:p>
          <a:p>
            <a:pPr lvl="2"/>
            <a:r>
              <a:rPr lang="en-US" sz="1311"/>
              <a:t>Third level</a:t>
            </a:r>
          </a:p>
          <a:p>
            <a:pPr lvl="3"/>
            <a:r>
              <a:rPr lang="en-US" sz="1311"/>
              <a:t>Fourth level</a:t>
            </a:r>
          </a:p>
          <a:p>
            <a:pPr lvl="4"/>
            <a:r>
              <a:rPr lang="en-US" sz="1311"/>
              <a:t>Fifth level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2D17ED90-CB91-6261-AB30-D74BC9BC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 algn="r">
              <a:defRPr sz="1400"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142388CC-2E65-D68D-4447-8A8F96450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94092E3-4CDD-E5DF-7DEB-51B0DF898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 sz="1400"/>
            </a:lvl1pPr>
          </a:lstStyle>
          <a:p>
            <a:fld id="{12DB3EA1-DD0C-4B8D-8364-52024B4530F1}" type="datetime1">
              <a:rPr lang="en-US" smtClean="0"/>
              <a:pPr/>
              <a:t>5/5/2025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650" r:id="rId5"/>
    <p:sldLayoutId id="2147483711" r:id="rId6"/>
    <p:sldLayoutId id="2147483654" r:id="rId7"/>
    <p:sldLayoutId id="2147483758" r:id="rId8"/>
    <p:sldLayoutId id="2147483759" r:id="rId9"/>
    <p:sldLayoutId id="2147483705" r:id="rId10"/>
    <p:sldLayoutId id="21474837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81" r:id="rId28"/>
    <p:sldLayoutId id="2147483682" r:id="rId29"/>
    <p:sldLayoutId id="2147483683" r:id="rId30"/>
    <p:sldLayoutId id="2147483684" r:id="rId31"/>
    <p:sldLayoutId id="2147483685" r:id="rId32"/>
    <p:sldLayoutId id="2147483686" r:id="rId33"/>
    <p:sldLayoutId id="2147483687" r:id="rId34"/>
    <p:sldLayoutId id="2147483688" r:id="rId35"/>
    <p:sldLayoutId id="2147483689" r:id="rId36"/>
    <p:sldLayoutId id="2147483690" r:id="rId37"/>
    <p:sldLayoutId id="2147483691" r:id="rId38"/>
    <p:sldLayoutId id="2147483692" r:id="rId39"/>
    <p:sldLayoutId id="2147483756" r:id="rId40"/>
    <p:sldLayoutId id="2147483757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763" r:id="rId48"/>
    <p:sldLayoutId id="2147483760" r:id="rId49"/>
    <p:sldLayoutId id="2147483699" r:id="rId50"/>
    <p:sldLayoutId id="2147483762" r:id="rId51"/>
    <p:sldLayoutId id="2147483761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661" r:id="rId58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4">
            <a:extLst>
              <a:ext uri="{FF2B5EF4-FFF2-40B4-BE49-F238E27FC236}">
                <a16:creationId xmlns:a16="http://schemas.microsoft.com/office/drawing/2014/main" id="{D24A2741-D9AA-DD7A-9493-007C8662A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1743" y="1379047"/>
            <a:ext cx="8913982" cy="2508792"/>
          </a:xfrm>
        </p:spPr>
        <p:txBody>
          <a:bodyPr lIns="0" tIns="0" rIns="0" bIns="0">
            <a:noAutofit/>
          </a:bodyPr>
          <a:lstStyle/>
          <a:p>
            <a:r>
              <a:rPr lang="en-US" altLang="zh-CN" dirty="0"/>
              <a:t>Gym Management and Fitness Tracking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ACC83394-C51A-46B8-5282-9F054A03F9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01743" y="4125829"/>
            <a:ext cx="8913982" cy="105579"/>
          </a:xfrm>
        </p:spPr>
        <p:txBody>
          <a:bodyPr vert="horz" lIns="0" tIns="0" rIns="0" bIns="0" rtlCol="0" anchor="t">
            <a:noAutofit/>
          </a:bodyPr>
          <a:lstStyle/>
          <a:p>
            <a:endParaRPr lang="en-US" altLang="zh-CN" dirty="0"/>
          </a:p>
        </p:txBody>
      </p:sp>
      <p:sp>
        <p:nvSpPr>
          <p:cNvPr id="26" name="Content Placeholder 11">
            <a:extLst>
              <a:ext uri="{FF2B5EF4-FFF2-40B4-BE49-F238E27FC236}">
                <a16:creationId xmlns:a16="http://schemas.microsoft.com/office/drawing/2014/main" id="{78848326-E9CB-FC78-81AD-3AFB2C215C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01743" y="5030296"/>
            <a:ext cx="2005584" cy="1369030"/>
          </a:xfr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1200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 dirty="0"/>
              <a:t>Abdul Rafay</a:t>
            </a:r>
          </a:p>
          <a:p>
            <a:r>
              <a:rPr lang="en-US" altLang="zh-CN" dirty="0"/>
              <a:t>Amman Haroon</a:t>
            </a:r>
          </a:p>
          <a:p>
            <a:r>
              <a:rPr lang="en-US" altLang="zh-CN" dirty="0"/>
              <a:t>Abdul Samee</a:t>
            </a:r>
          </a:p>
          <a:p>
            <a:endParaRPr lang="en-US" altLang="zh-C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9641D-34C1-8F9A-3CEF-C59B5D6865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F80716-5787-2E0F-DA2C-A55030D6457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</p:spTree>
    <p:extLst>
      <p:ext uri="{BB962C8B-B14F-4D97-AF65-F5344CB8AC3E}">
        <p14:creationId xmlns:p14="http://schemas.microsoft.com/office/powerpoint/2010/main" val="2628484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7E1236-0C81-67AF-59CD-22F96D76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1359" y="355600"/>
            <a:ext cx="6588014" cy="1658069"/>
          </a:xfrm>
        </p:spPr>
        <p:txBody>
          <a:bodyPr lIns="0" tIns="0" rIns="0" bIns="0"/>
          <a:lstStyle/>
          <a:p>
            <a:r>
              <a:rPr lang="en-US" altLang="zh-CN" dirty="0"/>
              <a:t>Project Introduction</a:t>
            </a:r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A905-A78A-475F-FF73-CBDA3F02D8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27430" y="2124206"/>
            <a:ext cx="8788295" cy="4367931"/>
          </a:xfrm>
        </p:spPr>
        <p:txBody>
          <a:bodyPr vert="horz" lIns="0" tIns="0" rIns="0" bIns="0" rtlCol="0" anchor="t">
            <a:noAutofit/>
          </a:bodyPr>
          <a:lstStyle/>
          <a:p>
            <a:endParaRPr lang="en-US" dirty="0"/>
          </a:p>
          <a:p>
            <a:pPr marL="285750" indent="-285750" algn="l">
              <a:spcBef>
                <a:spcPct val="20000"/>
              </a:spcBef>
              <a:buFont typeface="Arial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A web-based platform to manage </a:t>
            </a:r>
            <a:r>
              <a:rPr lang="en-GB" sz="3200" dirty="0">
                <a:latin typeface="Calibri"/>
                <a:ea typeface="Calibri"/>
                <a:cs typeface="Calibri"/>
              </a:rPr>
              <a:t>and buy </a:t>
            </a:r>
            <a:r>
              <a:rPr lang="en-US" sz="3200" dirty="0">
                <a:latin typeface="Calibri"/>
                <a:ea typeface="Calibri"/>
                <a:cs typeface="Calibri"/>
              </a:rPr>
              <a:t>memberships, trainer</a:t>
            </a:r>
            <a:r>
              <a:rPr lang="en-GB" sz="3200" dirty="0">
                <a:latin typeface="Calibri"/>
                <a:ea typeface="Calibri"/>
                <a:cs typeface="Calibri"/>
              </a:rPr>
              <a:t>'s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GB" sz="3200" dirty="0">
                <a:latin typeface="Calibri"/>
                <a:ea typeface="Calibri"/>
                <a:cs typeface="Calibri"/>
              </a:rPr>
              <a:t>programs</a:t>
            </a:r>
            <a:r>
              <a:rPr lang="en-US" sz="3200" dirty="0">
                <a:latin typeface="Calibri"/>
                <a:ea typeface="Calibri"/>
                <a:cs typeface="Calibri"/>
              </a:rPr>
              <a:t>, and fitness tracking.</a:t>
            </a:r>
          </a:p>
          <a:p>
            <a:pPr marL="285750" indent="-285750" algn="l">
              <a:spcBef>
                <a:spcPct val="20000"/>
              </a:spcBef>
              <a:buFont typeface="Arial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Features role-based secure access for members, trainers, and admins.</a:t>
            </a:r>
          </a:p>
          <a:p>
            <a:pPr marL="285750" indent="-285750" algn="l">
              <a:spcBef>
                <a:spcPct val="20000"/>
              </a:spcBef>
              <a:buFont typeface="Arial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Ensures a clean and responsive user interface.</a:t>
            </a:r>
          </a:p>
          <a:p>
            <a:pPr lvl="0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42569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909E-501E-748F-DF56-E764D42E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6E4D00-390D-AF0D-CE91-E801462FC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085" y="355600"/>
            <a:ext cx="8201660" cy="1083960"/>
          </a:xfrm>
        </p:spPr>
        <p:txBody>
          <a:bodyPr/>
          <a:lstStyle/>
          <a:p>
            <a:r>
              <a:rPr lang="en-US" altLang="zh-CN" dirty="0"/>
              <a:t>Functional Requirements</a:t>
            </a:r>
            <a:endParaRPr lang="zh-CN" altLang="en-US" dirty="0" err="1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93491BC-45C1-7D41-C905-FD8F7B6037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8085" y="1711568"/>
            <a:ext cx="8777857" cy="4472315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GB" sz="3200" dirty="0">
                <a:latin typeface="Calibri"/>
                <a:ea typeface="Calibri"/>
                <a:cs typeface="Calibri"/>
              </a:rPr>
              <a:t>Members: </a:t>
            </a:r>
          </a:p>
          <a:p>
            <a:pPr>
              <a:spcBef>
                <a:spcPct val="20000"/>
              </a:spcBef>
            </a:pPr>
            <a:r>
              <a:rPr lang="en-GB" sz="3200" dirty="0">
                <a:latin typeface="Calibri"/>
                <a:ea typeface="Calibri"/>
                <a:cs typeface="Calibri"/>
              </a:rPr>
              <a:t> </a:t>
            </a:r>
            <a:r>
              <a:rPr lang="en-US" sz="3200" dirty="0">
                <a:latin typeface="Calibri"/>
                <a:ea typeface="Calibri"/>
                <a:cs typeface="Calibri"/>
              </a:rPr>
              <a:t>Register, login, manage </a:t>
            </a:r>
            <a:r>
              <a:rPr lang="en-GB" sz="3200" dirty="0">
                <a:latin typeface="Calibri"/>
                <a:ea typeface="Calibri"/>
                <a:cs typeface="Calibri"/>
              </a:rPr>
              <a:t>and buy memberships</a:t>
            </a:r>
            <a:r>
              <a:rPr lang="en-US" sz="3200" dirty="0">
                <a:latin typeface="Calibri"/>
                <a:ea typeface="Calibri"/>
                <a:cs typeface="Calibri"/>
              </a:rPr>
              <a:t>, book </a:t>
            </a:r>
            <a:r>
              <a:rPr lang="en-GB" sz="3200" dirty="0">
                <a:latin typeface="Calibri"/>
                <a:ea typeface="Calibri"/>
                <a:cs typeface="Calibri"/>
              </a:rPr>
              <a:t>programs</a:t>
            </a:r>
            <a:r>
              <a:rPr lang="en-US" sz="3200" dirty="0">
                <a:latin typeface="Calibri"/>
                <a:ea typeface="Calibri"/>
                <a:cs typeface="Calibri"/>
              </a:rPr>
              <a:t>, track </a:t>
            </a:r>
            <a:r>
              <a:rPr lang="en-GB" sz="3200" dirty="0">
                <a:latin typeface="Calibri"/>
                <a:ea typeface="Calibri"/>
                <a:cs typeface="Calibri"/>
              </a:rPr>
              <a:t>progress</a:t>
            </a:r>
            <a:r>
              <a:rPr lang="en-US" sz="3200" dirty="0">
                <a:latin typeface="Calibri"/>
                <a:ea typeface="Calibri"/>
                <a:cs typeface="Calibri"/>
              </a:rPr>
              <a:t>.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GB" sz="3200" dirty="0">
                <a:latin typeface="Calibri"/>
                <a:ea typeface="Calibri"/>
                <a:cs typeface="Calibri"/>
              </a:rPr>
              <a:t>Trainers: </a:t>
            </a:r>
          </a:p>
          <a:p>
            <a:pPr>
              <a:spcBef>
                <a:spcPct val="20000"/>
              </a:spcBef>
            </a:pPr>
            <a:r>
              <a:rPr lang="en-GB" sz="3200" dirty="0">
                <a:latin typeface="Calibri"/>
                <a:ea typeface="Calibri"/>
                <a:cs typeface="Calibri"/>
              </a:rPr>
              <a:t> View</a:t>
            </a:r>
            <a:r>
              <a:rPr lang="en-US" sz="3200" dirty="0">
                <a:latin typeface="Calibri"/>
                <a:ea typeface="Calibri"/>
                <a:cs typeface="Calibri"/>
              </a:rPr>
              <a:t> client profiles, </a:t>
            </a:r>
            <a:r>
              <a:rPr lang="en-GB" sz="3200" dirty="0">
                <a:latin typeface="Calibri"/>
                <a:ea typeface="Calibri"/>
                <a:cs typeface="Calibri"/>
              </a:rPr>
              <a:t>add and remove workout</a:t>
            </a:r>
            <a:r>
              <a:rPr lang="en-US" sz="3200" dirty="0">
                <a:latin typeface="Calibri"/>
                <a:ea typeface="Calibri"/>
                <a:cs typeface="Calibri"/>
              </a:rPr>
              <a:t> plans, </a:t>
            </a:r>
            <a:r>
              <a:rPr lang="en-GB" sz="3200" dirty="0">
                <a:latin typeface="Calibri"/>
                <a:ea typeface="Calibri"/>
                <a:cs typeface="Calibri"/>
              </a:rPr>
              <a:t>view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GB" sz="3200" dirty="0">
                <a:latin typeface="Calibri"/>
                <a:ea typeface="Calibri"/>
                <a:cs typeface="Calibri"/>
              </a:rPr>
              <a:t>booked programs</a:t>
            </a:r>
            <a:r>
              <a:rPr lang="en-US" sz="3200" dirty="0">
                <a:latin typeface="Calibri"/>
                <a:ea typeface="Calibri"/>
                <a:cs typeface="Calibri"/>
              </a:rPr>
              <a:t>.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GB" sz="3200" dirty="0">
                <a:latin typeface="Calibri"/>
                <a:ea typeface="Calibri"/>
                <a:cs typeface="Calibri"/>
              </a:rPr>
              <a:t>Admins: </a:t>
            </a:r>
          </a:p>
          <a:p>
            <a:pPr>
              <a:spcBef>
                <a:spcPct val="20000"/>
              </a:spcBef>
            </a:pPr>
            <a:r>
              <a:rPr lang="en-GB" sz="3200" dirty="0">
                <a:latin typeface="Calibri"/>
                <a:ea typeface="Calibri"/>
                <a:cs typeface="Calibri"/>
              </a:rPr>
              <a:t> </a:t>
            </a:r>
            <a:r>
              <a:rPr lang="en-US" sz="3200" dirty="0">
                <a:latin typeface="Calibri"/>
                <a:ea typeface="Calibri"/>
                <a:cs typeface="Calibri"/>
              </a:rPr>
              <a:t>Manage users, memberships, </a:t>
            </a:r>
            <a:r>
              <a:rPr lang="en-GB" sz="3200" dirty="0">
                <a:latin typeface="Calibri"/>
                <a:ea typeface="Calibri"/>
                <a:cs typeface="Calibri"/>
              </a:rPr>
              <a:t>trainers.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36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72FE89-65A5-F314-4B7A-F8754586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085" y="355600"/>
            <a:ext cx="8201660" cy="1825083"/>
          </a:xfrm>
        </p:spPr>
        <p:txBody>
          <a:bodyPr/>
          <a:lstStyle/>
          <a:p>
            <a:r>
              <a:rPr lang="en-US" altLang="zh-CN" dirty="0"/>
              <a:t>Non-Functional Requirements</a:t>
            </a:r>
            <a:endParaRPr lang="zh-CN" altLang="en-US" dirty="0" err="1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41A72C-4CD4-1B85-2F2C-9519DFBA4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8085" y="2729767"/>
            <a:ext cx="8777857" cy="3454116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Performance: Responds to user actions within 2 seconds.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Availability: Ensures 100% uptime for users.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Security: Complies with data privacy standards for user information.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endParaRPr lang="en-GB" sz="3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3094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C3DE6-0993-462D-2D22-4F28555A1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A8E72-A52B-5C77-71AD-C406E1A87CA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0353" y="3616890"/>
            <a:ext cx="4353761" cy="2409190"/>
          </a:xfrm>
        </p:spPr>
        <p:txBody>
          <a:bodyPr/>
          <a:lstStyle/>
          <a:p>
            <a:r>
              <a:rPr lang="en-US" altLang="zh-CN" dirty="0"/>
              <a:t>.</a:t>
            </a:r>
          </a:p>
        </p:txBody>
      </p:sp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68ADB70A-6DDE-5D43-32AA-0C7EF333D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32" y="0"/>
            <a:ext cx="9411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70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A4E98-6CBC-C288-2361-8063FC5AB7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0353" y="3616890"/>
            <a:ext cx="4353761" cy="2409190"/>
          </a:xfrm>
        </p:spPr>
        <p:txBody>
          <a:bodyPr/>
          <a:lstStyle/>
          <a:p>
            <a:r>
              <a:rPr lang="en-US" altLang="zh-CN" dirty="0"/>
              <a:t>.</a:t>
            </a:r>
          </a:p>
        </p:txBody>
      </p:sp>
      <p:pic>
        <p:nvPicPr>
          <p:cNvPr id="2" name="Picture 1" descr="Diagram of a diagram of a computer&#10;&#10;AI-generated content may be incorrect.">
            <a:extLst>
              <a:ext uri="{FF2B5EF4-FFF2-40B4-BE49-F238E27FC236}">
                <a16:creationId xmlns:a16="http://schemas.microsoft.com/office/drawing/2014/main" id="{929C1830-7AA0-ECFD-D482-56D95A949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50" y="313151"/>
            <a:ext cx="9179526" cy="624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35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759EA-A3B1-485A-41A6-C3E7CC8B4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0CDA4-BB50-B89A-DD3F-0E873DC25A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0353" y="3616890"/>
            <a:ext cx="4353761" cy="2409190"/>
          </a:xfrm>
        </p:spPr>
        <p:txBody>
          <a:bodyPr/>
          <a:lstStyle/>
          <a:p>
            <a:r>
              <a:rPr lang="en-US" altLang="zh-CN" dirty="0"/>
              <a:t>.</a:t>
            </a:r>
          </a:p>
        </p:txBody>
      </p:sp>
      <p:pic>
        <p:nvPicPr>
          <p:cNvPr id="4" name="Picture 3" descr="Image 2, Picture">
            <a:extLst>
              <a:ext uri="{FF2B5EF4-FFF2-40B4-BE49-F238E27FC236}">
                <a16:creationId xmlns:a16="http://schemas.microsoft.com/office/drawing/2014/main" id="{57156128-C3EF-E193-E7F2-E5CB722E4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85" y="1390519"/>
            <a:ext cx="9336065" cy="5465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1BA8FC-E1A5-9226-B0B6-E8CDABF4A7D8}"/>
              </a:ext>
            </a:extLst>
          </p:cNvPr>
          <p:cNvSpPr txBox="1"/>
          <p:nvPr/>
        </p:nvSpPr>
        <p:spPr>
          <a:xfrm>
            <a:off x="266017" y="182011"/>
            <a:ext cx="71404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latin typeface="Century Gothic"/>
              </a:rPr>
              <a:t>Gantt Chart</a:t>
            </a:r>
          </a:p>
        </p:txBody>
      </p:sp>
    </p:spTree>
    <p:extLst>
      <p:ext uri="{BB962C8B-B14F-4D97-AF65-F5344CB8AC3E}">
        <p14:creationId xmlns:p14="http://schemas.microsoft.com/office/powerpoint/2010/main" val="1729614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4A386-56E7-8393-0687-915C8C89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252EB-DE05-16A2-AE43-319FF6DB99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0353" y="3616890"/>
            <a:ext cx="4353761" cy="2409190"/>
          </a:xfrm>
        </p:spPr>
        <p:txBody>
          <a:bodyPr/>
          <a:lstStyle/>
          <a:p>
            <a:r>
              <a:rPr lang="en-US" altLang="zh-C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8A0657-895C-D6AD-492C-16DD373C1D5E}"/>
              </a:ext>
            </a:extLst>
          </p:cNvPr>
          <p:cNvSpPr txBox="1"/>
          <p:nvPr/>
        </p:nvSpPr>
        <p:spPr>
          <a:xfrm>
            <a:off x="266017" y="182011"/>
            <a:ext cx="76310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latin typeface="Century Gothic"/>
              </a:rPr>
              <a:t>Deployment Diagram</a:t>
            </a:r>
            <a:endParaRPr lang="en-US" dirty="0"/>
          </a:p>
        </p:txBody>
      </p:sp>
      <p:pic>
        <p:nvPicPr>
          <p:cNvPr id="2" name="Picture 1" descr="Image 3, Picture">
            <a:extLst>
              <a:ext uri="{FF2B5EF4-FFF2-40B4-BE49-F238E27FC236}">
                <a16:creationId xmlns:a16="http://schemas.microsoft.com/office/drawing/2014/main" id="{7C60F50D-90F5-D717-124B-36974E22C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913" y="1092634"/>
            <a:ext cx="8247737" cy="540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24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7FD95-E800-CCAD-72DC-27A3B3E3F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9F806-DC1F-86BB-B5DE-720C289052F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0353" y="3616890"/>
            <a:ext cx="4353761" cy="2409190"/>
          </a:xfrm>
        </p:spPr>
        <p:txBody>
          <a:bodyPr/>
          <a:lstStyle/>
          <a:p>
            <a:r>
              <a:rPr lang="en-US" altLang="zh-C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3D8E6F-0F60-32C9-359F-2255825AC577}"/>
              </a:ext>
            </a:extLst>
          </p:cNvPr>
          <p:cNvSpPr txBox="1"/>
          <p:nvPr/>
        </p:nvSpPr>
        <p:spPr>
          <a:xfrm>
            <a:off x="266017" y="182011"/>
            <a:ext cx="76310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latin typeface="Century Gothic"/>
              </a:rPr>
              <a:t>Package Diagram</a:t>
            </a:r>
            <a:endParaRPr lang="en-US" dirty="0"/>
          </a:p>
        </p:txBody>
      </p:sp>
      <p:pic>
        <p:nvPicPr>
          <p:cNvPr id="4" name="Picture 3" descr="Image 4, Picture">
            <a:extLst>
              <a:ext uri="{FF2B5EF4-FFF2-40B4-BE49-F238E27FC236}">
                <a16:creationId xmlns:a16="http://schemas.microsoft.com/office/drawing/2014/main" id="{8097A5AB-19E4-71F9-A3BE-03CCB692A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300" y="1012520"/>
            <a:ext cx="3529592" cy="584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2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6B9B6-7722-B672-8C35-3E641824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90A41-730B-85B7-A3DC-C888CF43A9F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0353" y="3616890"/>
            <a:ext cx="4353761" cy="2409190"/>
          </a:xfrm>
        </p:spPr>
        <p:txBody>
          <a:bodyPr/>
          <a:lstStyle/>
          <a:p>
            <a:r>
              <a:rPr lang="en-US" altLang="zh-C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60488-4310-56CE-BBF3-A9E819476BC9}"/>
              </a:ext>
            </a:extLst>
          </p:cNvPr>
          <p:cNvSpPr txBox="1"/>
          <p:nvPr/>
        </p:nvSpPr>
        <p:spPr>
          <a:xfrm>
            <a:off x="266017" y="182011"/>
            <a:ext cx="76310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latin typeface="Century Gothic"/>
              </a:rPr>
              <a:t>Component Diagram</a:t>
            </a:r>
            <a:endParaRPr lang="en-US" dirty="0"/>
          </a:p>
        </p:txBody>
      </p:sp>
      <p:pic>
        <p:nvPicPr>
          <p:cNvPr id="2" name="Picture 1" descr="Image 5, Picture">
            <a:extLst>
              <a:ext uri="{FF2B5EF4-FFF2-40B4-BE49-F238E27FC236}">
                <a16:creationId xmlns:a16="http://schemas.microsoft.com/office/drawing/2014/main" id="{DA4F7BD8-7C8C-3C9D-0B80-0EB433FFD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947" y="1310862"/>
            <a:ext cx="3390900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533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BA236-23E1-884B-F560-DA4E9756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A0999-A7AF-A991-6350-5BAA1EF4D57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0353" y="3616890"/>
            <a:ext cx="4353761" cy="2409190"/>
          </a:xfrm>
        </p:spPr>
        <p:txBody>
          <a:bodyPr/>
          <a:lstStyle/>
          <a:p>
            <a:r>
              <a:rPr lang="en-US" altLang="zh-CN" dirty="0"/>
              <a:t>.</a:t>
            </a:r>
          </a:p>
        </p:txBody>
      </p:sp>
      <p:pic>
        <p:nvPicPr>
          <p:cNvPr id="2" name="Picture 1" descr="Diagram of a diagram of a computer&#10;&#10;AI-generated content may be incorrect.">
            <a:extLst>
              <a:ext uri="{FF2B5EF4-FFF2-40B4-BE49-F238E27FC236}">
                <a16:creationId xmlns:a16="http://schemas.microsoft.com/office/drawing/2014/main" id="{6E3939AE-8A8E-4365-519C-C5FDBB7C3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50" y="313151"/>
            <a:ext cx="9179526" cy="624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59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1E1DF-A5AE-A5F2-7D61-854BA28C6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E6C18-D7F9-679E-599D-7D0A00395C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0353" y="3616890"/>
            <a:ext cx="4353761" cy="2409190"/>
          </a:xfrm>
        </p:spPr>
        <p:txBody>
          <a:bodyPr/>
          <a:lstStyle/>
          <a:p>
            <a:r>
              <a:rPr lang="en-US" altLang="zh-C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F99CD-DDA8-B4B9-09E6-17543F18981D}"/>
              </a:ext>
            </a:extLst>
          </p:cNvPr>
          <p:cNvSpPr txBox="1"/>
          <p:nvPr/>
        </p:nvSpPr>
        <p:spPr>
          <a:xfrm>
            <a:off x="266017" y="182011"/>
            <a:ext cx="76310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latin typeface="Century Gothic"/>
              </a:rPr>
              <a:t>Project Planner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92715-A6BC-CC34-3FBF-A738A7E93820}"/>
              </a:ext>
            </a:extLst>
          </p:cNvPr>
          <p:cNvSpPr txBox="1"/>
          <p:nvPr/>
        </p:nvSpPr>
        <p:spPr>
          <a:xfrm>
            <a:off x="392025" y="1134074"/>
            <a:ext cx="9898647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2D5294"/>
                </a:solidFill>
                <a:latin typeface="Times New Roman"/>
                <a:cs typeface="Times New Roman"/>
              </a:rPr>
              <a:t>Level 1: Project</a:t>
            </a:r>
            <a:endParaRPr lang="en-GB" sz="1600">
              <a:solidFill>
                <a:srgbClr val="2D5294"/>
              </a:solidFill>
              <a:latin typeface="Times New Roman"/>
              <a:cs typeface="Times New Roman"/>
            </a:endParaRPr>
          </a:p>
          <a:p>
            <a:r>
              <a:rPr lang="en-US" sz="1100">
                <a:latin typeface="Times New Roman"/>
                <a:cs typeface="Times New Roman"/>
              </a:rPr>
              <a:t>Gym Membership and Fitness Tracking System</a:t>
            </a:r>
            <a:endParaRPr lang="en-GB" sz="1100">
              <a:latin typeface="Times New Roman"/>
              <a:cs typeface="Times New Roman"/>
            </a:endParaRPr>
          </a:p>
          <a:p>
            <a:endParaRPr lang="en-GB" sz="1100" dirty="0">
              <a:latin typeface="Times New Roman"/>
              <a:cs typeface="Times New Roman"/>
            </a:endParaRPr>
          </a:p>
          <a:p>
            <a:r>
              <a:rPr lang="en-US" sz="1600" dirty="0">
                <a:solidFill>
                  <a:srgbClr val="2D5294"/>
                </a:solidFill>
                <a:latin typeface="Times New Roman"/>
                <a:cs typeface="Times New Roman"/>
              </a:rPr>
              <a:t>Level 2: Deliverables</a:t>
            </a:r>
            <a:endParaRPr lang="en-GB" sz="1600" dirty="0">
              <a:solidFill>
                <a:srgbClr val="2D5294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Web Application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Database System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Documentation</a:t>
            </a:r>
            <a:endParaRPr lang="en-GB" sz="1100" dirty="0">
              <a:latin typeface="Times New Roman"/>
              <a:cs typeface="Times New Roman"/>
            </a:endParaRPr>
          </a:p>
          <a:p>
            <a:endParaRPr lang="en-GB" sz="1100" dirty="0">
              <a:latin typeface="Times New Roman"/>
              <a:cs typeface="Times New Roman"/>
            </a:endParaRPr>
          </a:p>
          <a:p>
            <a:r>
              <a:rPr lang="en-US" sz="1600" dirty="0">
                <a:solidFill>
                  <a:srgbClr val="2D5294"/>
                </a:solidFill>
                <a:latin typeface="Times New Roman"/>
                <a:cs typeface="Times New Roman"/>
              </a:rPr>
              <a:t>Level 3: Components</a:t>
            </a:r>
            <a:endParaRPr lang="en-GB" sz="1600" dirty="0">
              <a:solidFill>
                <a:srgbClr val="2D5294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User Management Module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Membership Management Module</a:t>
            </a:r>
            <a:endParaRPr lang="en-GB" sz="1100" dirty="0">
              <a:latin typeface="Times New Roman"/>
              <a:cs typeface="Times New Roman"/>
            </a:endParaRPr>
          </a:p>
          <a:p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>
                <a:latin typeface="Times New Roman"/>
                <a:cs typeface="Times New Roman"/>
              </a:rPr>
              <a:t>Trainer Management Module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Booking System Module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Fitness Tracker Module</a:t>
            </a:r>
            <a:endParaRPr lang="en-GB" sz="1100" dirty="0">
              <a:latin typeface="Times New Roman"/>
              <a:cs typeface="Times New Roman"/>
            </a:endParaRPr>
          </a:p>
          <a:p>
            <a:endParaRPr lang="en-GB" sz="1100" dirty="0">
              <a:latin typeface="Times New Roman"/>
              <a:cs typeface="Times New Roman"/>
            </a:endParaRPr>
          </a:p>
          <a:p>
            <a:r>
              <a:rPr lang="en-US" sz="1600" dirty="0">
                <a:solidFill>
                  <a:srgbClr val="2D5294"/>
                </a:solidFill>
                <a:latin typeface="Times New Roman"/>
                <a:cs typeface="Times New Roman"/>
              </a:rPr>
              <a:t>Level 4: Activities</a:t>
            </a:r>
            <a:endParaRPr lang="en-GB" sz="1600" dirty="0">
              <a:solidFill>
                <a:srgbClr val="2D5294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Design Frontend Screens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Develop Backend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Integrate Frontend and Backend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Test Module Functionality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Write User Documentation</a:t>
            </a:r>
            <a:endParaRPr lang="en-GB" sz="1100" dirty="0">
              <a:latin typeface="Times New Roman"/>
              <a:cs typeface="Times New Roman"/>
            </a:endParaRPr>
          </a:p>
          <a:p>
            <a:endParaRPr lang="en-GB" sz="1100" dirty="0">
              <a:latin typeface="Times New Roman"/>
              <a:cs typeface="Times New Roman"/>
            </a:endParaRPr>
          </a:p>
          <a:p>
            <a:r>
              <a:rPr lang="en-US" sz="1600" dirty="0">
                <a:solidFill>
                  <a:srgbClr val="2D5294"/>
                </a:solidFill>
                <a:latin typeface="Times New Roman"/>
                <a:cs typeface="Times New Roman"/>
              </a:rPr>
              <a:t>Level 5: Tasks</a:t>
            </a:r>
            <a:endParaRPr lang="en-GB" sz="1600" dirty="0">
              <a:solidFill>
                <a:srgbClr val="2D5294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Create Login Form Validation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Implement Registration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Connect MySQL Database to Backend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Build Trainer Profile Page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Implement Session Booking Logic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Setup Fitness Logging UI</a:t>
            </a:r>
            <a:endParaRPr lang="en-GB" sz="1100" dirty="0">
              <a:latin typeface="Times New Roman"/>
              <a:cs typeface="Times New Roman"/>
            </a:endParaRPr>
          </a:p>
          <a:p>
            <a:pPr marL="285750" indent="-285750">
              <a:buFont typeface="Symbol"/>
              <a:buChar char="•"/>
            </a:pPr>
            <a:r>
              <a:rPr lang="en-US" sz="1100" dirty="0">
                <a:latin typeface="Times New Roman"/>
                <a:cs typeface="Times New Roman"/>
              </a:rPr>
              <a:t>Test Membership Renewal Logic</a:t>
            </a:r>
            <a:endParaRPr lang="en-GB" sz="1100" dirty="0">
              <a:latin typeface="Times New Roman"/>
              <a:cs typeface="Times New Roman"/>
            </a:endParaRP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2043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09D5-8F9B-8C68-BFEE-5A16469C9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5FA04-58F6-0782-D88A-6042C5831DB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0353" y="3616890"/>
            <a:ext cx="4353761" cy="2409190"/>
          </a:xfrm>
        </p:spPr>
        <p:txBody>
          <a:bodyPr/>
          <a:lstStyle/>
          <a:p>
            <a:r>
              <a:rPr lang="en-US" altLang="zh-C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C95A60-817B-CC16-BBAE-78D565F3E1D8}"/>
              </a:ext>
            </a:extLst>
          </p:cNvPr>
          <p:cNvSpPr txBox="1"/>
          <p:nvPr/>
        </p:nvSpPr>
        <p:spPr>
          <a:xfrm>
            <a:off x="266017" y="182011"/>
            <a:ext cx="76310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latin typeface="Century Gothic"/>
              </a:rPr>
              <a:t>User Stories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8DA254-01F4-A7AC-E64D-F6293F6FB98A}"/>
              </a:ext>
            </a:extLst>
          </p:cNvPr>
          <p:cNvSpPr txBox="1"/>
          <p:nvPr/>
        </p:nvSpPr>
        <p:spPr>
          <a:xfrm>
            <a:off x="392025" y="1395033"/>
            <a:ext cx="9898647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/>
              </a:rPr>
              <a:t>As</a:t>
            </a:r>
            <a:r>
              <a:rPr lang="en-US" sz="2000" dirty="0">
                <a:latin typeface="Times New Roman"/>
                <a:cs typeface="Times New Roman"/>
              </a:rPr>
              <a:t> a user, I want to securely pay for my gym membership online using my preferred payment method so that I can activate or renew my membership without </a:t>
            </a:r>
            <a:r>
              <a:rPr lang="en-US" sz="2000">
                <a:latin typeface="Times New Roman"/>
                <a:cs typeface="Times New Roman"/>
              </a:rPr>
              <a:t>visiting the gym physically.</a:t>
            </a:r>
            <a:endParaRPr lang="en-US" sz="2000"/>
          </a:p>
          <a:p>
            <a:pPr marL="171450" indent="-171450" algn="l"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As a user, I want to log my current weight, body fat percentage, and daily water intake so that I can monitor my fitness progress over time using visual graphs.</a:t>
            </a:r>
            <a:endParaRPr lang="en-US" sz="2000" dirty="0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As a user, I want to book a workout program with my trainer so I can work on my fitness goal.</a:t>
            </a:r>
            <a:endParaRPr lang="en-US" sz="2000" dirty="0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As a trainer, I want my profile to include my expertise and availability so users can choose me based on their needs.</a:t>
            </a:r>
            <a:endParaRPr lang="en-US" sz="2000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8021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9161-41F5-4F45-4BC2-F919553C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420" y="1130299"/>
            <a:ext cx="6203527" cy="1142367"/>
          </a:xfrm>
        </p:spPr>
        <p:txBody>
          <a:bodyPr/>
          <a:lstStyle/>
          <a:p>
            <a:r>
              <a:rPr lang="en-US" dirty="0"/>
              <a:t>Work Division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DCA29-99EE-EDE7-04E6-6CAD6E29E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7421" y="2782957"/>
            <a:ext cx="2970894" cy="320850"/>
          </a:xfrm>
        </p:spPr>
        <p:txBody>
          <a:bodyPr/>
          <a:lstStyle/>
          <a:p>
            <a:r>
              <a:rPr lang="en-US" altLang="zh-CN" dirty="0"/>
              <a:t>Abdul Rafay 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6C630-5DCA-431F-9C47-33CE7D44D7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7420" y="3300177"/>
            <a:ext cx="2970895" cy="91849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>
                <a:ea typeface="Calibri"/>
                <a:cs typeface="Calibri"/>
              </a:rPr>
              <a:t>Backend</a:t>
            </a:r>
            <a:r>
              <a:rPr lang="en-US" altLang="zh-CN" dirty="0">
                <a:latin typeface="Corbel"/>
                <a:ea typeface="Calibri"/>
                <a:cs typeface="Calibri"/>
              </a:rPr>
              <a:t> Development (Node.js, MySQL), Project Management, Frontend Develpoment(React.js)</a:t>
            </a:r>
          </a:p>
          <a:p>
            <a:endParaRPr lang="en-US" altLang="zh-C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0F30E-0B0F-3F09-584B-E6E0C8481AF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02106" y="2782957"/>
            <a:ext cx="2970894" cy="320850"/>
          </a:xfrm>
        </p:spPr>
        <p:txBody>
          <a:bodyPr/>
          <a:lstStyle/>
          <a:p>
            <a:r>
              <a:rPr lang="en-US" altLang="zh-CN" dirty="0"/>
              <a:t>Abdul Samee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AD1D38-712E-AF69-B7E4-8A1855B9B3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2105" y="3300177"/>
            <a:ext cx="2970895" cy="91849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latin typeface="Corbel"/>
                <a:ea typeface="Calibri"/>
                <a:cs typeface="Calibri"/>
              </a:rPr>
              <a:t>Frontend Development (React.js), Documentation, Testing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2A7D86-30EF-EB3C-DCCD-D40F94087E76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1107421" y="4646559"/>
            <a:ext cx="2970894" cy="320850"/>
          </a:xfrm>
        </p:spPr>
        <p:txBody>
          <a:bodyPr/>
          <a:lstStyle/>
          <a:p>
            <a:r>
              <a:rPr lang="en-US" altLang="zh-CN" dirty="0"/>
              <a:t>Amman Haroon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DA5119-36FD-2428-6BB0-0A5678EB32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07420" y="5163779"/>
            <a:ext cx="2970895" cy="91849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latin typeface="Corbel"/>
                <a:ea typeface="Calibri"/>
                <a:cs typeface="Calibri"/>
              </a:rPr>
              <a:t>Backend Development (Node.js, MySQL), Frontend Develpoment(React.js), Integration </a:t>
            </a:r>
          </a:p>
          <a:p>
            <a:endParaRPr lang="en-US" altLang="zh-CN" dirty="0"/>
          </a:p>
        </p:txBody>
      </p:sp>
      <p:pic>
        <p:nvPicPr>
          <p:cNvPr id="14" name="Picture Placeholder 9" descr="A group of people putting their hands together">
            <a:extLst>
              <a:ext uri="{FF2B5EF4-FFF2-40B4-BE49-F238E27FC236}">
                <a16:creationId xmlns:a16="http://schemas.microsoft.com/office/drawing/2014/main" id="{E14DC9D1-53EC-690A-70DF-93CDEB611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72502" y="262755"/>
            <a:ext cx="4280399" cy="231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67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5805E2-C0DB-541A-D649-C762779D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085" y="355600"/>
            <a:ext cx="8201660" cy="1347221"/>
          </a:xfrm>
        </p:spPr>
        <p:txBody>
          <a:bodyPr/>
          <a:lstStyle/>
          <a:p>
            <a:r>
              <a:rPr lang="en-US" altLang="zh-CN" dirty="0"/>
              <a:t>Lesson Learned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43CCF0C-A386-9D58-6E47-9C28E00235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8085" y="1907594"/>
            <a:ext cx="6982460" cy="4115108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Early prototyping and consistent communication were key to progress.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Gained hands-on experience with React, Node.js, and MySQL integration.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Improved collaboration using Trello for task management and GitHub for version control.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0057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13B1B-EBC3-D5F6-2DFF-158AB51B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A00A5AC-F63A-7A4C-DCF8-65943D74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085" y="1711510"/>
            <a:ext cx="8201660" cy="1817869"/>
          </a:xfrm>
        </p:spPr>
        <p:txBody>
          <a:bodyPr/>
          <a:lstStyle/>
          <a:p>
            <a:r>
              <a:rPr lang="en-US" dirty="0"/>
              <a:t>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1846204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4EA64-CE86-7E32-CE2C-A09F173F0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37991E-8019-637A-B6CD-54409C9A2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18" y="672353"/>
            <a:ext cx="8931088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374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CC974-C4D0-9937-E2DE-D121C929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AF5A0B-1B83-31CA-9939-448CF6F2C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18029"/>
            <a:ext cx="8987118" cy="587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24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389C6-6E9F-0E37-4DFA-D0B9A3A17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6A085D-5108-5D9F-D199-D5748CA2C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42" y="190500"/>
            <a:ext cx="9331891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2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B5937-23F7-4310-2988-9150C87C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CDFDF3-F807-874A-0ECC-300FE3EE4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10" y="190500"/>
            <a:ext cx="9290138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71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DF3DE-77E9-95FB-8AFE-9B9E9FEB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4AFBF0-15C1-2589-1E6B-29C9C3B50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50" y="190500"/>
            <a:ext cx="931101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457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C725-6750-23DA-5E37-B6047B3D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D5DDBA-C7BF-DA5C-1D2B-8D7C465A0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87" y="190500"/>
            <a:ext cx="9363207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89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11968-AC05-1B43-252E-E21ED34B8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F9170B-5999-3F18-7703-373990C59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47" y="190500"/>
            <a:ext cx="8796618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38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6A55C-DFFB-3E9B-4E74-98B465CA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0BF54D-3E2F-B798-71C5-39EAC8758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41" y="190500"/>
            <a:ext cx="8494059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72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95B82-3A85-DB12-B6DC-99ACB5067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664B1E-A328-5E91-1F40-152C34BFB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82" y="190500"/>
            <a:ext cx="8650942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045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7E24E-15B5-390D-A5C3-091724C38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program&#10;&#10;AI-generated content may be incorrect.">
            <a:extLst>
              <a:ext uri="{FF2B5EF4-FFF2-40B4-BE49-F238E27FC236}">
                <a16:creationId xmlns:a16="http://schemas.microsoft.com/office/drawing/2014/main" id="{8E2A6485-DAEC-E5C6-2EE7-9E3A627CA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29" y="190500"/>
            <a:ext cx="900953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73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1FE7E-E277-2A58-7AA6-A997EE975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3A085B-245E-D0EE-AE4A-8CFC3F4A1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76" y="190500"/>
            <a:ext cx="9166413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31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0E29-60E4-0989-30D8-3E7138838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A1C7F1-B7E0-9E74-651D-30DFE9931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58" y="190500"/>
            <a:ext cx="8852648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781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84341-0311-C109-B909-962032049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A801C6-45EA-63E8-7647-8DE8A960E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88" y="190500"/>
            <a:ext cx="862853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50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E1D15-A9B0-F366-CCF7-0FB5EF2E3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CDA0E16-2B6E-48AB-FF0F-77264052A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94" y="190500"/>
            <a:ext cx="8740589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0899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34AA-E898-0531-CB72-FEBA9AC5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A8DE613-8A1B-4988-1758-1082ACE35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47" y="190500"/>
            <a:ext cx="8830236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066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18094-7CEB-A8A3-B2C0-5538B8CDE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AE5047-CC5F-F65B-F497-2E12C1CA50EF}"/>
              </a:ext>
            </a:extLst>
          </p:cNvPr>
          <p:cNvSpPr txBox="1"/>
          <p:nvPr/>
        </p:nvSpPr>
        <p:spPr>
          <a:xfrm>
            <a:off x="266017" y="322021"/>
            <a:ext cx="728047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Century Gothic"/>
              </a:rPr>
              <a:t>Black Box Testing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864D17-2BD2-976A-10D2-3493BDD3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752" y="1028374"/>
            <a:ext cx="5867400" cy="573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620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2760A-085C-9B3D-6E24-CD7F3108A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FEDE1E-0555-F753-AF32-C30F3471FA6F}"/>
              </a:ext>
            </a:extLst>
          </p:cNvPr>
          <p:cNvSpPr txBox="1"/>
          <p:nvPr/>
        </p:nvSpPr>
        <p:spPr>
          <a:xfrm>
            <a:off x="252016" y="322021"/>
            <a:ext cx="6832446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Century Gothic"/>
              </a:rPr>
              <a:t>White Box Testing</a:t>
            </a:r>
            <a:endParaRPr lang="en-GB" sz="4000" dirty="0">
              <a:latin typeface="Century Gothic"/>
            </a:endParaRPr>
          </a:p>
          <a:p>
            <a:pPr algn="l"/>
            <a:endParaRPr lang="en-GB" dirty="0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3B2A4F2-67F8-2961-4CEE-0DF20D34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85" y="1585913"/>
            <a:ext cx="9191625" cy="438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9344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4A01E4-C1AA-5FF3-87D3-D36F76AE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4185" y="430370"/>
            <a:ext cx="4783216" cy="5279507"/>
          </a:xfrm>
        </p:spPr>
        <p:txBody>
          <a:bodyPr/>
          <a:lstStyle/>
          <a:p>
            <a:r>
              <a:rPr lang="en-US" altLang="zh-CN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563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0227商业">
      <a:dk1>
        <a:srgbClr val="000000"/>
      </a:dk1>
      <a:lt1>
        <a:srgbClr val="FFFFFF"/>
      </a:lt1>
      <a:dk2>
        <a:srgbClr val="17406D"/>
      </a:dk2>
      <a:lt2>
        <a:srgbClr val="5F88FD"/>
      </a:lt2>
      <a:accent1>
        <a:srgbClr val="15BCFF"/>
      </a:accent1>
      <a:accent2>
        <a:srgbClr val="007DDA"/>
      </a:accent2>
      <a:accent3>
        <a:srgbClr val="024DE2"/>
      </a:accent3>
      <a:accent4>
        <a:srgbClr val="7CCA62"/>
      </a:accent4>
      <a:accent5>
        <a:srgbClr val="FB5731"/>
      </a:accent5>
      <a:accent6>
        <a:srgbClr val="F49100"/>
      </a:accent6>
      <a:hlink>
        <a:srgbClr val="FBE43B"/>
      </a:hlink>
      <a:folHlink>
        <a:srgbClr val="85DFD0"/>
      </a:folHlink>
    </a:clrScheme>
    <a:fontScheme name="Costum 1">
      <a:majorFont>
        <a:latin typeface="Century Gothic"/>
        <a:ea typeface=""/>
        <a:cs typeface=""/>
      </a:majorFont>
      <a:minorFont>
        <a:latin typeface="Corbe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39F29D-32A6-409A-A026-DEBF052F78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AE56A7-C0B1-422F-B93F-A1B9772F53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customXml/itemProps3.xml><?xml version="1.0" encoding="utf-8"?>
<ds:datastoreItem xmlns:ds="http://schemas.openxmlformats.org/officeDocument/2006/customXml" ds:itemID="{F5C30565-8F81-4B63-A6DA-15D20795E8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509</Words>
  <Application>Microsoft Office PowerPoint</Application>
  <PresentationFormat>Widescreen</PresentationFormat>
  <Paragraphs>63</Paragraphs>
  <Slides>34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Custom</vt:lpstr>
      <vt:lpstr>Gym Management and Fitness Tracking</vt:lpstr>
      <vt:lpstr>Project Introduction</vt:lpstr>
      <vt:lpstr>Functional Requirements</vt:lpstr>
      <vt:lpstr>Non-Functional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 Division</vt:lpstr>
      <vt:lpstr>Lesson Learned</vt:lpstr>
      <vt:lpstr>Implementation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cp:keywords/>
  <dc:description/>
  <cp:revision>294</cp:revision>
  <dcterms:modified xsi:type="dcterms:W3CDTF">2025-05-05T18:32:44Z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